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257"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07F"/>
    <a:srgbClr val="BFBFBF"/>
    <a:srgbClr val="DEDBE0"/>
    <a:srgbClr val="0070C1"/>
    <a:srgbClr val="747474"/>
    <a:srgbClr val="D7263A"/>
    <a:srgbClr val="0212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9" autoAdjust="0"/>
    <p:restoredTop sz="94660"/>
  </p:normalViewPr>
  <p:slideViewPr>
    <p:cSldViewPr snapToGrid="0" showGuides="1">
      <p:cViewPr>
        <p:scale>
          <a:sx n="50" d="100"/>
          <a:sy n="50" d="100"/>
        </p:scale>
        <p:origin x="-498" y="-1560"/>
      </p:cViewPr>
      <p:guideLst>
        <p:guide orient="horz" pos="2183"/>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E26DE-FD7F-42CE-9F3C-E0044C3497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F5FBA-7761-48ED-A75F-96F0895145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34B9F0-280E-4772-B224-664626CB05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836722-3C21-42F8-B55C-11AE764FCB2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4B9F0-280E-4772-B224-664626CB056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836722-3C21-42F8-B55C-11AE764FCB2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hyperlink" Target="https://www.freeppt7.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p:nvCxnSpPr>
        <p:spPr>
          <a:xfrm flipV="1">
            <a:off x="1257300" y="666750"/>
            <a:ext cx="10934700" cy="6194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096250" y="0"/>
            <a:ext cx="4095750" cy="6496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277100" y="3467100"/>
            <a:ext cx="4914900" cy="1200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9529143" y="1578235"/>
            <a:ext cx="1400175" cy="52797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rot="1800000">
            <a:off x="10172551" y="37466"/>
            <a:ext cx="4154463" cy="4154463"/>
          </a:xfrm>
          <a:prstGeom prst="rect">
            <a:avLst/>
          </a:prstGeom>
          <a:solidFill>
            <a:srgbClr val="E5007F"/>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10787118" y="1911111"/>
            <a:ext cx="882680" cy="999792"/>
            <a:chOff x="4356098" y="1458253"/>
            <a:chExt cx="3479801" cy="3941494"/>
          </a:xfrm>
          <a:effectLst>
            <a:outerShdw blurRad="50800" dist="38100" dir="2700000" algn="tl" rotWithShape="0">
              <a:prstClr val="black">
                <a:alpha val="40000"/>
              </a:prstClr>
            </a:outerShdw>
          </a:effectLst>
        </p:grpSpPr>
        <p:sp>
          <p:nvSpPr>
            <p:cNvPr id="20" name="Freeform 6"/>
            <p:cNvSpPr/>
            <p:nvPr/>
          </p:nvSpPr>
          <p:spPr bwMode="auto">
            <a:xfrm rot="16200000">
              <a:off x="4706109" y="2201917"/>
              <a:ext cx="2779780" cy="2454166"/>
            </a:xfrm>
            <a:custGeom>
              <a:avLst/>
              <a:gdLst>
                <a:gd name="T0" fmla="*/ 878 w 1755"/>
                <a:gd name="T1" fmla="*/ 1 h 1549"/>
                <a:gd name="T2" fmla="*/ 1228 w 1755"/>
                <a:gd name="T3" fmla="*/ 1 h 1549"/>
                <a:gd name="T4" fmla="*/ 1318 w 1755"/>
                <a:gd name="T5" fmla="*/ 31 h 1549"/>
                <a:gd name="T6" fmla="*/ 1387 w 1755"/>
                <a:gd name="T7" fmla="*/ 110 h 1549"/>
                <a:gd name="T8" fmla="*/ 1716 w 1755"/>
                <a:gd name="T9" fmla="*/ 679 h 1549"/>
                <a:gd name="T10" fmla="*/ 1716 w 1755"/>
                <a:gd name="T11" fmla="*/ 871 h 1549"/>
                <a:gd name="T12" fmla="*/ 1381 w 1755"/>
                <a:gd name="T13" fmla="*/ 1450 h 1549"/>
                <a:gd name="T14" fmla="*/ 1262 w 1755"/>
                <a:gd name="T15" fmla="*/ 1547 h 1549"/>
                <a:gd name="T16" fmla="*/ 1242 w 1755"/>
                <a:gd name="T17" fmla="*/ 1549 h 1549"/>
                <a:gd name="T18" fmla="*/ 513 w 1755"/>
                <a:gd name="T19" fmla="*/ 1549 h 1549"/>
                <a:gd name="T20" fmla="*/ 403 w 1755"/>
                <a:gd name="T21" fmla="*/ 1488 h 1549"/>
                <a:gd name="T22" fmla="*/ 346 w 1755"/>
                <a:gd name="T23" fmla="*/ 1402 h 1549"/>
                <a:gd name="T24" fmla="*/ 35 w 1755"/>
                <a:gd name="T25" fmla="*/ 864 h 1549"/>
                <a:gd name="T26" fmla="*/ 34 w 1755"/>
                <a:gd name="T27" fmla="*/ 687 h 1549"/>
                <a:gd name="T28" fmla="*/ 378 w 1755"/>
                <a:gd name="T29" fmla="*/ 94 h 1549"/>
                <a:gd name="T30" fmla="*/ 493 w 1755"/>
                <a:gd name="T31" fmla="*/ 4 h 1549"/>
                <a:gd name="T32" fmla="*/ 514 w 1755"/>
                <a:gd name="T33" fmla="*/ 1 h 1549"/>
                <a:gd name="T34" fmla="*/ 878 w 1755"/>
                <a:gd name="T35" fmla="*/ 1 h 1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5" h="1549">
                  <a:moveTo>
                    <a:pt x="878" y="1"/>
                  </a:moveTo>
                  <a:cubicBezTo>
                    <a:pt x="995" y="1"/>
                    <a:pt x="1111" y="2"/>
                    <a:pt x="1228" y="1"/>
                  </a:cubicBezTo>
                  <a:cubicBezTo>
                    <a:pt x="1262" y="0"/>
                    <a:pt x="1291" y="11"/>
                    <a:pt x="1318" y="31"/>
                  </a:cubicBezTo>
                  <a:cubicBezTo>
                    <a:pt x="1347" y="52"/>
                    <a:pt x="1369" y="79"/>
                    <a:pt x="1387" y="110"/>
                  </a:cubicBezTo>
                  <a:cubicBezTo>
                    <a:pt x="1496" y="300"/>
                    <a:pt x="1605" y="490"/>
                    <a:pt x="1716" y="679"/>
                  </a:cubicBezTo>
                  <a:cubicBezTo>
                    <a:pt x="1755" y="744"/>
                    <a:pt x="1755" y="805"/>
                    <a:pt x="1716" y="871"/>
                  </a:cubicBezTo>
                  <a:cubicBezTo>
                    <a:pt x="1603" y="1063"/>
                    <a:pt x="1493" y="1257"/>
                    <a:pt x="1381" y="1450"/>
                  </a:cubicBezTo>
                  <a:cubicBezTo>
                    <a:pt x="1354" y="1497"/>
                    <a:pt x="1315" y="1531"/>
                    <a:pt x="1262" y="1547"/>
                  </a:cubicBezTo>
                  <a:cubicBezTo>
                    <a:pt x="1256" y="1548"/>
                    <a:pt x="1249" y="1549"/>
                    <a:pt x="1242" y="1549"/>
                  </a:cubicBezTo>
                  <a:cubicBezTo>
                    <a:pt x="999" y="1549"/>
                    <a:pt x="756" y="1549"/>
                    <a:pt x="513" y="1549"/>
                  </a:cubicBezTo>
                  <a:cubicBezTo>
                    <a:pt x="466" y="1549"/>
                    <a:pt x="431" y="1521"/>
                    <a:pt x="403" y="1488"/>
                  </a:cubicBezTo>
                  <a:cubicBezTo>
                    <a:pt x="380" y="1462"/>
                    <a:pt x="363" y="1432"/>
                    <a:pt x="346" y="1402"/>
                  </a:cubicBezTo>
                  <a:cubicBezTo>
                    <a:pt x="242" y="1223"/>
                    <a:pt x="139" y="1043"/>
                    <a:pt x="35" y="864"/>
                  </a:cubicBezTo>
                  <a:cubicBezTo>
                    <a:pt x="0" y="804"/>
                    <a:pt x="0" y="746"/>
                    <a:pt x="34" y="687"/>
                  </a:cubicBezTo>
                  <a:cubicBezTo>
                    <a:pt x="149" y="489"/>
                    <a:pt x="263" y="291"/>
                    <a:pt x="378" y="94"/>
                  </a:cubicBezTo>
                  <a:cubicBezTo>
                    <a:pt x="404" y="49"/>
                    <a:pt x="442" y="18"/>
                    <a:pt x="493" y="4"/>
                  </a:cubicBezTo>
                  <a:cubicBezTo>
                    <a:pt x="500" y="2"/>
                    <a:pt x="507" y="1"/>
                    <a:pt x="514" y="1"/>
                  </a:cubicBezTo>
                  <a:cubicBezTo>
                    <a:pt x="635" y="1"/>
                    <a:pt x="757" y="1"/>
                    <a:pt x="878" y="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6"/>
            <p:cNvSpPr/>
            <p:nvPr/>
          </p:nvSpPr>
          <p:spPr bwMode="auto">
            <a:xfrm rot="16200000">
              <a:off x="4125252" y="1689099"/>
              <a:ext cx="3941494" cy="3479801"/>
            </a:xfrm>
            <a:custGeom>
              <a:avLst/>
              <a:gdLst>
                <a:gd name="T0" fmla="*/ 878 w 1755"/>
                <a:gd name="T1" fmla="*/ 1 h 1549"/>
                <a:gd name="T2" fmla="*/ 1228 w 1755"/>
                <a:gd name="T3" fmla="*/ 1 h 1549"/>
                <a:gd name="T4" fmla="*/ 1318 w 1755"/>
                <a:gd name="T5" fmla="*/ 31 h 1549"/>
                <a:gd name="T6" fmla="*/ 1387 w 1755"/>
                <a:gd name="T7" fmla="*/ 110 h 1549"/>
                <a:gd name="T8" fmla="*/ 1716 w 1755"/>
                <a:gd name="T9" fmla="*/ 679 h 1549"/>
                <a:gd name="T10" fmla="*/ 1716 w 1755"/>
                <a:gd name="T11" fmla="*/ 871 h 1549"/>
                <a:gd name="T12" fmla="*/ 1381 w 1755"/>
                <a:gd name="T13" fmla="*/ 1450 h 1549"/>
                <a:gd name="T14" fmla="*/ 1262 w 1755"/>
                <a:gd name="T15" fmla="*/ 1547 h 1549"/>
                <a:gd name="T16" fmla="*/ 1242 w 1755"/>
                <a:gd name="T17" fmla="*/ 1549 h 1549"/>
                <a:gd name="T18" fmla="*/ 513 w 1755"/>
                <a:gd name="T19" fmla="*/ 1549 h 1549"/>
                <a:gd name="T20" fmla="*/ 403 w 1755"/>
                <a:gd name="T21" fmla="*/ 1488 h 1549"/>
                <a:gd name="T22" fmla="*/ 346 w 1755"/>
                <a:gd name="T23" fmla="*/ 1402 h 1549"/>
                <a:gd name="T24" fmla="*/ 35 w 1755"/>
                <a:gd name="T25" fmla="*/ 864 h 1549"/>
                <a:gd name="T26" fmla="*/ 34 w 1755"/>
                <a:gd name="T27" fmla="*/ 687 h 1549"/>
                <a:gd name="T28" fmla="*/ 378 w 1755"/>
                <a:gd name="T29" fmla="*/ 94 h 1549"/>
                <a:gd name="T30" fmla="*/ 493 w 1755"/>
                <a:gd name="T31" fmla="*/ 4 h 1549"/>
                <a:gd name="T32" fmla="*/ 514 w 1755"/>
                <a:gd name="T33" fmla="*/ 1 h 1549"/>
                <a:gd name="T34" fmla="*/ 878 w 1755"/>
                <a:gd name="T35" fmla="*/ 1 h 1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5" h="1549">
                  <a:moveTo>
                    <a:pt x="878" y="1"/>
                  </a:moveTo>
                  <a:cubicBezTo>
                    <a:pt x="995" y="1"/>
                    <a:pt x="1111" y="2"/>
                    <a:pt x="1228" y="1"/>
                  </a:cubicBezTo>
                  <a:cubicBezTo>
                    <a:pt x="1262" y="0"/>
                    <a:pt x="1291" y="11"/>
                    <a:pt x="1318" y="31"/>
                  </a:cubicBezTo>
                  <a:cubicBezTo>
                    <a:pt x="1347" y="52"/>
                    <a:pt x="1369" y="79"/>
                    <a:pt x="1387" y="110"/>
                  </a:cubicBezTo>
                  <a:cubicBezTo>
                    <a:pt x="1496" y="300"/>
                    <a:pt x="1605" y="490"/>
                    <a:pt x="1716" y="679"/>
                  </a:cubicBezTo>
                  <a:cubicBezTo>
                    <a:pt x="1755" y="744"/>
                    <a:pt x="1755" y="805"/>
                    <a:pt x="1716" y="871"/>
                  </a:cubicBezTo>
                  <a:cubicBezTo>
                    <a:pt x="1603" y="1063"/>
                    <a:pt x="1493" y="1257"/>
                    <a:pt x="1381" y="1450"/>
                  </a:cubicBezTo>
                  <a:cubicBezTo>
                    <a:pt x="1354" y="1497"/>
                    <a:pt x="1315" y="1531"/>
                    <a:pt x="1262" y="1547"/>
                  </a:cubicBezTo>
                  <a:cubicBezTo>
                    <a:pt x="1256" y="1548"/>
                    <a:pt x="1249" y="1549"/>
                    <a:pt x="1242" y="1549"/>
                  </a:cubicBezTo>
                  <a:cubicBezTo>
                    <a:pt x="999" y="1549"/>
                    <a:pt x="756" y="1549"/>
                    <a:pt x="513" y="1549"/>
                  </a:cubicBezTo>
                  <a:cubicBezTo>
                    <a:pt x="466" y="1549"/>
                    <a:pt x="431" y="1521"/>
                    <a:pt x="403" y="1488"/>
                  </a:cubicBezTo>
                  <a:cubicBezTo>
                    <a:pt x="380" y="1462"/>
                    <a:pt x="363" y="1432"/>
                    <a:pt x="346" y="1402"/>
                  </a:cubicBezTo>
                  <a:cubicBezTo>
                    <a:pt x="242" y="1223"/>
                    <a:pt x="139" y="1043"/>
                    <a:pt x="35" y="864"/>
                  </a:cubicBezTo>
                  <a:cubicBezTo>
                    <a:pt x="0" y="804"/>
                    <a:pt x="0" y="746"/>
                    <a:pt x="34" y="687"/>
                  </a:cubicBezTo>
                  <a:cubicBezTo>
                    <a:pt x="149" y="489"/>
                    <a:pt x="263" y="291"/>
                    <a:pt x="378" y="94"/>
                  </a:cubicBezTo>
                  <a:cubicBezTo>
                    <a:pt x="404" y="49"/>
                    <a:pt x="442" y="18"/>
                    <a:pt x="493" y="4"/>
                  </a:cubicBezTo>
                  <a:cubicBezTo>
                    <a:pt x="500" y="2"/>
                    <a:pt x="507" y="1"/>
                    <a:pt x="514" y="1"/>
                  </a:cubicBezTo>
                  <a:cubicBezTo>
                    <a:pt x="635" y="1"/>
                    <a:pt x="757" y="1"/>
                    <a:pt x="878" y="1"/>
                  </a:cubicBezTo>
                  <a:close/>
                </a:path>
              </a:pathLst>
            </a:custGeom>
            <a:noFill/>
            <a:ln>
              <a:solidFill>
                <a:schemeClr val="bg1"/>
              </a:solidFill>
            </a:ln>
          </p:spPr>
          <p:txBody>
            <a:bodyPr vert="horz" wrap="square" lIns="91440" tIns="45720" rIns="91440" bIns="45720" numCol="1" anchor="t" anchorCtr="0" compatLnSpc="1"/>
            <a:lstStyle/>
            <a:p>
              <a:endParaRPr lang="zh-CN" altLang="en-US"/>
            </a:p>
          </p:txBody>
        </p:sp>
        <p:grpSp>
          <p:nvGrpSpPr>
            <p:cNvPr id="22" name="组合 21"/>
            <p:cNvGrpSpPr/>
            <p:nvPr/>
          </p:nvGrpSpPr>
          <p:grpSpPr>
            <a:xfrm>
              <a:off x="5397499" y="2907800"/>
              <a:ext cx="1313189" cy="1345975"/>
              <a:chOff x="5241925" y="2803025"/>
              <a:chExt cx="1673225" cy="1715000"/>
            </a:xfrm>
            <a:solidFill>
              <a:schemeClr val="bg1"/>
            </a:solidFill>
          </p:grpSpPr>
          <p:sp>
            <p:nvSpPr>
              <p:cNvPr id="24" name="直角三角形 23"/>
              <p:cNvSpPr/>
              <p:nvPr/>
            </p:nvSpPr>
            <p:spPr>
              <a:xfrm flipH="1" flipV="1">
                <a:off x="5241925" y="2803025"/>
                <a:ext cx="864300" cy="1080000"/>
              </a:xfrm>
              <a:prstGeom prst="rtTriangle">
                <a:avLst/>
              </a:pr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直角三角形 24"/>
              <p:cNvSpPr/>
              <p:nvPr/>
            </p:nvSpPr>
            <p:spPr>
              <a:xfrm flipV="1">
                <a:off x="6153150" y="2803025"/>
                <a:ext cx="762000" cy="1715000"/>
              </a:xfrm>
              <a:prstGeom prst="rtTriangle">
                <a:avLst/>
              </a:pr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平行四边形 22"/>
            <p:cNvSpPr/>
            <p:nvPr/>
          </p:nvSpPr>
          <p:spPr>
            <a:xfrm rot="2227037">
              <a:off x="6885752" y="4153367"/>
              <a:ext cx="478268" cy="483379"/>
            </a:xfrm>
            <a:prstGeom prst="parallelogram">
              <a:avLst>
                <a:gd name="adj" fmla="val 4219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25"/>
          <p:cNvSpPr/>
          <p:nvPr/>
        </p:nvSpPr>
        <p:spPr>
          <a:xfrm rot="1760311">
            <a:off x="-1183404" y="6046878"/>
            <a:ext cx="1622244" cy="1622244"/>
          </a:xfrm>
          <a:prstGeom prst="rect">
            <a:avLst/>
          </a:prstGeom>
          <a:solidFill>
            <a:srgbClr val="E5007F"/>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2777808" y="2516326"/>
            <a:ext cx="6636384" cy="1825348"/>
            <a:chOff x="3648062" y="1933246"/>
            <a:chExt cx="6636384" cy="1825348"/>
          </a:xfrm>
        </p:grpSpPr>
        <p:sp>
          <p:nvSpPr>
            <p:cNvPr id="16" name="文本框 15"/>
            <p:cNvSpPr txBox="1"/>
            <p:nvPr/>
          </p:nvSpPr>
          <p:spPr>
            <a:xfrm>
              <a:off x="3648062" y="1933246"/>
              <a:ext cx="6178109" cy="523220"/>
            </a:xfrm>
            <a:prstGeom prst="rect">
              <a:avLst/>
            </a:prstGeom>
            <a:noFill/>
          </p:spPr>
          <p:txBody>
            <a:bodyPr wrap="square" rtlCol="0">
              <a:spAutoFit/>
            </a:bodyPr>
            <a:lstStyle/>
            <a:p>
              <a:r>
                <a:rPr lang="en-US" altLang="zh-CN" sz="2800" spc="600" dirty="0">
                  <a:latin typeface="+mn-ea"/>
                </a:rPr>
                <a:t>CORPORATION NAME HERE</a:t>
              </a:r>
              <a:endParaRPr lang="zh-CN" altLang="en-US" sz="2800" spc="600" dirty="0">
                <a:latin typeface="+mn-ea"/>
              </a:endParaRPr>
            </a:p>
          </p:txBody>
        </p:sp>
        <p:sp>
          <p:nvSpPr>
            <p:cNvPr id="17" name="文本框 16"/>
            <p:cNvSpPr txBox="1"/>
            <p:nvPr/>
          </p:nvSpPr>
          <p:spPr>
            <a:xfrm>
              <a:off x="3648062" y="2650598"/>
              <a:ext cx="4501487" cy="1107996"/>
            </a:xfrm>
            <a:prstGeom prst="rect">
              <a:avLst/>
            </a:prstGeom>
            <a:noFill/>
          </p:spPr>
          <p:txBody>
            <a:bodyPr wrap="square" rtlCol="0">
              <a:spAutoFit/>
            </a:bodyPr>
            <a:lstStyle/>
            <a:p>
              <a:r>
                <a:rPr lang="en-US" altLang="zh-CN" sz="6600" b="1" spc="600" dirty="0" smtClean="0">
                  <a:solidFill>
                    <a:srgbClr val="E5007F"/>
                  </a:solidFill>
                  <a:latin typeface="微软雅黑" panose="020B0503020204020204" pitchFamily="34" charset="-122"/>
                  <a:ea typeface="微软雅黑" panose="020B0503020204020204" pitchFamily="34" charset="-122"/>
                </a:rPr>
                <a:t>DESIGN</a:t>
              </a:r>
              <a:endParaRPr lang="zh-CN" altLang="en-US" sz="6600" b="1" spc="600" dirty="0">
                <a:solidFill>
                  <a:srgbClr val="E5007F"/>
                </a:solidFill>
                <a:latin typeface="微软雅黑" panose="020B0503020204020204" pitchFamily="34" charset="-122"/>
                <a:ea typeface="微软雅黑" panose="020B0503020204020204" pitchFamily="34" charset="-122"/>
              </a:endParaRPr>
            </a:p>
          </p:txBody>
        </p:sp>
        <p:sp>
          <p:nvSpPr>
            <p:cNvPr id="18" name="矩形 17"/>
            <p:cNvSpPr/>
            <p:nvPr/>
          </p:nvSpPr>
          <p:spPr>
            <a:xfrm>
              <a:off x="3681356" y="2435333"/>
              <a:ext cx="6603090" cy="276999"/>
            </a:xfrm>
            <a:prstGeom prst="rect">
              <a:avLst/>
            </a:prstGeom>
          </p:spPr>
          <p:txBody>
            <a:bodyPr wrap="none">
              <a:spAutoFit/>
            </a:bodyPr>
            <a:lstStyle/>
            <a:p>
              <a:r>
                <a:rPr lang="zh-CN" altLang="en-US" sz="1200" spc="600" dirty="0">
                  <a:latin typeface="+mn-ea"/>
                </a:rPr>
                <a:t>COPY OR WRITE YOUR TEXT AND PASTE IT HERE</a:t>
              </a:r>
              <a:endParaRPr lang="zh-CN" altLang="en-US" sz="1200" spc="600" dirty="0">
                <a:latin typeface="+mn-ea"/>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172200" cy="6858000"/>
          </a:xfrm>
          <a:prstGeom prst="rect">
            <a:avLst/>
          </a:pr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287361" y="2074283"/>
            <a:ext cx="3975100" cy="2646878"/>
          </a:xfrm>
          <a:prstGeom prst="rect">
            <a:avLst/>
          </a:prstGeom>
          <a:noFill/>
        </p:spPr>
        <p:txBody>
          <a:bodyPr wrap="square" rtlCol="0">
            <a:spAutoFit/>
          </a:bodyPr>
          <a:lstStyle/>
          <a:p>
            <a:r>
              <a:rPr lang="en-US" altLang="zh-CN" sz="16600" b="1" dirty="0" smtClean="0">
                <a:solidFill>
                  <a:schemeClr val="bg1"/>
                </a:solidFill>
                <a:effectLst>
                  <a:outerShdw blurRad="50800" dist="38100" dir="5400000" algn="t" rotWithShape="0">
                    <a:prstClr val="black">
                      <a:alpha val="40000"/>
                    </a:prstClr>
                  </a:outerShdw>
                </a:effectLst>
              </a:rPr>
              <a:t>QIA</a:t>
            </a:r>
            <a:endParaRPr lang="zh-CN" altLang="en-US" sz="16600" b="1" dirty="0">
              <a:solidFill>
                <a:schemeClr val="bg1"/>
              </a:solidFill>
              <a:effectLst>
                <a:outerShdw blurRad="50800" dist="38100" dir="5400000" algn="t" rotWithShape="0">
                  <a:prstClr val="black">
                    <a:alpha val="40000"/>
                  </a:prstClr>
                </a:outerShdw>
              </a:effectLst>
            </a:endParaRPr>
          </a:p>
        </p:txBody>
      </p:sp>
      <p:sp>
        <p:nvSpPr>
          <p:cNvPr id="6" name="文本框 5"/>
          <p:cNvSpPr txBox="1"/>
          <p:nvPr/>
        </p:nvSpPr>
        <p:spPr>
          <a:xfrm>
            <a:off x="6056085" y="2074283"/>
            <a:ext cx="4742543" cy="2646878"/>
          </a:xfrm>
          <a:prstGeom prst="rect">
            <a:avLst/>
          </a:prstGeom>
          <a:noFill/>
        </p:spPr>
        <p:txBody>
          <a:bodyPr wrap="square" rtlCol="0">
            <a:spAutoFit/>
          </a:bodyPr>
          <a:lstStyle/>
          <a:p>
            <a:r>
              <a:rPr lang="en-US" altLang="zh-CN" sz="16600" b="1" dirty="0" smtClean="0">
                <a:effectLst>
                  <a:outerShdw blurRad="50800" dist="38100" dir="5400000" algn="t" rotWithShape="0">
                    <a:prstClr val="black">
                      <a:alpha val="40000"/>
                    </a:prstClr>
                  </a:outerShdw>
                </a:effectLst>
              </a:rPr>
              <a:t>NYU</a:t>
            </a:r>
            <a:endParaRPr lang="zh-CN" altLang="en-US" sz="16600" b="1" dirty="0">
              <a:effectLst>
                <a:outerShdw blurRad="50800" dist="38100" dir="5400000" algn="t" rotWithShape="0">
                  <a:prstClr val="black">
                    <a:alpha val="40000"/>
                  </a:prstClr>
                </a:outerShdw>
              </a:effectLst>
            </a:endParaRPr>
          </a:p>
        </p:txBody>
      </p:sp>
      <p:sp>
        <p:nvSpPr>
          <p:cNvPr id="7" name="矩形 6"/>
          <p:cNvSpPr/>
          <p:nvPr/>
        </p:nvSpPr>
        <p:spPr>
          <a:xfrm>
            <a:off x="2813886" y="4648171"/>
            <a:ext cx="6840000" cy="461665"/>
          </a:xfrm>
          <a:prstGeom prst="rect">
            <a:avLst/>
          </a:prstGeom>
        </p:spPr>
        <p:txBody>
          <a:bodyPr wrap="square">
            <a:spAutoFit/>
          </a:bodyPr>
          <a:lstStyle/>
          <a:p>
            <a:pPr algn="ctr"/>
            <a:r>
              <a:rPr lang="en-US" altLang="zh-CN" sz="800" spc="300" dirty="0" err="1" smtClean="0">
                <a:solidFill>
                  <a:schemeClr val="tx1">
                    <a:lumMod val="85000"/>
                    <a:lumOff val="15000"/>
                  </a:schemeClr>
                </a:solidFill>
                <a:latin typeface="造字工房悦黑体验版纤细体" pitchFamily="50" charset="-122"/>
                <a:ea typeface="造字工房悦黑体验版纤细体" pitchFamily="50" charset="-122"/>
              </a:rPr>
              <a:t>Qianyu</a:t>
            </a:r>
            <a:r>
              <a:rPr lang="en-US" altLang="zh-CN" sz="800" spc="300" dirty="0" smtClean="0">
                <a:solidFill>
                  <a:schemeClr val="tx1">
                    <a:lumMod val="85000"/>
                    <a:lumOff val="15000"/>
                  </a:schemeClr>
                </a:solidFill>
                <a:latin typeface="造字工房悦黑体验版纤细体" pitchFamily="50" charset="-122"/>
                <a:ea typeface="造字工房悦黑体验版纤细体" pitchFamily="50" charset="-122"/>
              </a:rPr>
              <a:t> </a:t>
            </a:r>
            <a:r>
              <a:rPr lang="en-US" altLang="zh-CN" sz="800" spc="300" dirty="0" err="1" smtClean="0">
                <a:solidFill>
                  <a:schemeClr val="tx1">
                    <a:lumMod val="85000"/>
                    <a:lumOff val="15000"/>
                  </a:schemeClr>
                </a:solidFill>
                <a:latin typeface="造字工房悦黑体验版纤细体" pitchFamily="50" charset="-122"/>
                <a:ea typeface="造字工房悦黑体验版纤细体" pitchFamily="50" charset="-122"/>
              </a:rPr>
              <a:t>ppt</a:t>
            </a:r>
            <a:r>
              <a:rPr lang="en-US" altLang="zh-CN" sz="800" spc="300" dirty="0" smtClean="0">
                <a:solidFill>
                  <a:schemeClr val="tx1">
                    <a:lumMod val="85000"/>
                    <a:lumOff val="15000"/>
                  </a:schemeClr>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solidFill>
                <a:schemeClr val="tx1">
                  <a:lumMod val="85000"/>
                  <a:lumOff val="15000"/>
                </a:schemeClr>
              </a:solidFill>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8"/>
          <p:cNvSpPr/>
          <p:nvPr/>
        </p:nvSpPr>
        <p:spPr>
          <a:xfrm>
            <a:off x="5581650" y="2251075"/>
            <a:ext cx="1028700" cy="4606925"/>
          </a:xfrm>
          <a:custGeom>
            <a:avLst/>
            <a:gdLst>
              <a:gd name="connsiteX0" fmla="*/ 228600 w 990600"/>
              <a:gd name="connsiteY0" fmla="*/ 0 h 4648200"/>
              <a:gd name="connsiteX1" fmla="*/ 990600 w 990600"/>
              <a:gd name="connsiteY1" fmla="*/ 4648200 h 4648200"/>
              <a:gd name="connsiteX2" fmla="*/ 0 w 990600"/>
              <a:gd name="connsiteY2" fmla="*/ 4610100 h 4648200"/>
              <a:gd name="connsiteX3" fmla="*/ 228600 w 990600"/>
              <a:gd name="connsiteY3" fmla="*/ 0 h 4648200"/>
              <a:gd name="connsiteX0-1" fmla="*/ 228600 w 1028700"/>
              <a:gd name="connsiteY0-2" fmla="*/ 0 h 4619625"/>
              <a:gd name="connsiteX1-3" fmla="*/ 1028700 w 1028700"/>
              <a:gd name="connsiteY1-4" fmla="*/ 4619625 h 4619625"/>
              <a:gd name="connsiteX2-5" fmla="*/ 0 w 1028700"/>
              <a:gd name="connsiteY2-6" fmla="*/ 4610100 h 4619625"/>
              <a:gd name="connsiteX3-7" fmla="*/ 228600 w 1028700"/>
              <a:gd name="connsiteY3-8" fmla="*/ 0 h 4619625"/>
              <a:gd name="connsiteX0-9" fmla="*/ 317500 w 1028700"/>
              <a:gd name="connsiteY0-10" fmla="*/ 0 h 4606925"/>
              <a:gd name="connsiteX1-11" fmla="*/ 1028700 w 1028700"/>
              <a:gd name="connsiteY1-12" fmla="*/ 4606925 h 4606925"/>
              <a:gd name="connsiteX2-13" fmla="*/ 0 w 1028700"/>
              <a:gd name="connsiteY2-14" fmla="*/ 4597400 h 4606925"/>
              <a:gd name="connsiteX3-15" fmla="*/ 317500 w 1028700"/>
              <a:gd name="connsiteY3-16" fmla="*/ 0 h 4606925"/>
            </a:gdLst>
            <a:ahLst/>
            <a:cxnLst>
              <a:cxn ang="0">
                <a:pos x="connsiteX0-1" y="connsiteY0-2"/>
              </a:cxn>
              <a:cxn ang="0">
                <a:pos x="connsiteX1-3" y="connsiteY1-4"/>
              </a:cxn>
              <a:cxn ang="0">
                <a:pos x="connsiteX2-5" y="connsiteY2-6"/>
              </a:cxn>
              <a:cxn ang="0">
                <a:pos x="connsiteX3-7" y="connsiteY3-8"/>
              </a:cxn>
            </a:cxnLst>
            <a:rect l="l" t="t" r="r" b="b"/>
            <a:pathLst>
              <a:path w="1028700" h="4606925">
                <a:moveTo>
                  <a:pt x="317500" y="0"/>
                </a:moveTo>
                <a:lnTo>
                  <a:pt x="1028700" y="4606925"/>
                </a:lnTo>
                <a:lnTo>
                  <a:pt x="0" y="4597400"/>
                </a:lnTo>
                <a:lnTo>
                  <a:pt x="317500" y="0"/>
                </a:lnTo>
                <a:close/>
              </a:path>
            </a:pathLst>
          </a:cu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7626" y="-19050"/>
            <a:ext cx="5962651" cy="68770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2933700" y="-38100"/>
            <a:ext cx="3771900" cy="2362200"/>
          </a:xfrm>
          <a:custGeom>
            <a:avLst/>
            <a:gdLst>
              <a:gd name="connsiteX0" fmla="*/ 0 w 3771900"/>
              <a:gd name="connsiteY0" fmla="*/ 0 h 2362200"/>
              <a:gd name="connsiteX1" fmla="*/ 3771900 w 3771900"/>
              <a:gd name="connsiteY1" fmla="*/ 0 h 2362200"/>
              <a:gd name="connsiteX2" fmla="*/ 2971800 w 3771900"/>
              <a:gd name="connsiteY2" fmla="*/ 2362200 h 2362200"/>
              <a:gd name="connsiteX3" fmla="*/ 0 w 3771900"/>
              <a:gd name="connsiteY3" fmla="*/ 0 h 2362200"/>
            </a:gdLst>
            <a:ahLst/>
            <a:cxnLst>
              <a:cxn ang="0">
                <a:pos x="connsiteX0" y="connsiteY0"/>
              </a:cxn>
              <a:cxn ang="0">
                <a:pos x="connsiteX1" y="connsiteY1"/>
              </a:cxn>
              <a:cxn ang="0">
                <a:pos x="connsiteX2" y="connsiteY2"/>
              </a:cxn>
              <a:cxn ang="0">
                <a:pos x="connsiteX3" y="connsiteY3"/>
              </a:cxn>
            </a:cxnLst>
            <a:rect l="l" t="t" r="r" b="b"/>
            <a:pathLst>
              <a:path w="3771900" h="2362200">
                <a:moveTo>
                  <a:pt x="0" y="0"/>
                </a:moveTo>
                <a:lnTo>
                  <a:pt x="3771900" y="0"/>
                </a:lnTo>
                <a:lnTo>
                  <a:pt x="2971800" y="2362200"/>
                </a:lnTo>
                <a:lnTo>
                  <a:pt x="0" y="0"/>
                </a:lnTo>
                <a:close/>
              </a:path>
            </a:pathLst>
          </a:custGeom>
          <a:solidFill>
            <a:srgbClr val="E5007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a:off x="6313714" y="0"/>
            <a:ext cx="3018972" cy="1436914"/>
          </a:xfrm>
          <a:prstGeom prst="parallelogram">
            <a:avLst>
              <a:gd name="adj" fmla="val 32071"/>
            </a:avLst>
          </a:prstGeom>
          <a:blipFill>
            <a:blip r:embed="rId1" cstate="screen">
              <a:grayscl/>
            </a:blip>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8977084" y="0"/>
            <a:ext cx="3672115" cy="1436914"/>
          </a:xfrm>
          <a:prstGeom prst="parallelogram">
            <a:avLst>
              <a:gd name="adj" fmla="val 32071"/>
            </a:avLst>
          </a:prstGeom>
          <a:blipFill>
            <a:blip r:embed="rId2" cstate="screen">
              <a:grayscl/>
            </a:blip>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24685" y="479703"/>
            <a:ext cx="4772460" cy="830997"/>
          </a:xfrm>
          <a:prstGeom prst="rect">
            <a:avLst/>
          </a:prstGeom>
        </p:spPr>
        <p:txBody>
          <a:bodyPr wrap="none">
            <a:spAutoFit/>
          </a:bodyPr>
          <a:lstStyle/>
          <a:p>
            <a:r>
              <a:rPr lang="en-US" altLang="zh-CN" sz="4800" b="1" dirty="0">
                <a:solidFill>
                  <a:schemeClr val="bg1"/>
                </a:solidFill>
              </a:rPr>
              <a:t>ADD TITLE HERE</a:t>
            </a:r>
            <a:endParaRPr lang="en-US" altLang="zh-CN" sz="4800" b="1" dirty="0">
              <a:solidFill>
                <a:schemeClr val="bg1"/>
              </a:solidFill>
            </a:endParaRPr>
          </a:p>
        </p:txBody>
      </p:sp>
      <p:sp>
        <p:nvSpPr>
          <p:cNvPr id="10" name="矩形 9"/>
          <p:cNvSpPr/>
          <p:nvPr/>
        </p:nvSpPr>
        <p:spPr>
          <a:xfrm>
            <a:off x="450085" y="1275066"/>
            <a:ext cx="4696260" cy="261610"/>
          </a:xfrm>
          <a:prstGeom prst="rect">
            <a:avLst/>
          </a:prstGeom>
        </p:spPr>
        <p:txBody>
          <a:bodyPr wrap="square">
            <a:spAutoFit/>
          </a:bodyPr>
          <a:lstStyle/>
          <a:p>
            <a:pPr algn="just"/>
            <a:r>
              <a:rPr lang="en-US" altLang="zh-CN" sz="1100" spc="300" dirty="0" smtClean="0">
                <a:solidFill>
                  <a:schemeClr val="bg1"/>
                </a:solidFill>
                <a:latin typeface="造字工房悦黑体验版纤细体" pitchFamily="50" charset="-122"/>
                <a:ea typeface="造字工房悦黑体验版纤细体" pitchFamily="50" charset="-122"/>
              </a:rPr>
              <a:t>COPY OR WRITE YOUR TEXT AND PASTE IT HERE</a:t>
            </a:r>
            <a:endParaRPr lang="zh-CN" altLang="en-US" sz="1100" spc="300" dirty="0">
              <a:solidFill>
                <a:schemeClr val="bg1"/>
              </a:solidFill>
              <a:latin typeface="造字工房悦黑体验版纤细体" pitchFamily="50" charset="-122"/>
              <a:ea typeface="造字工房悦黑体验版纤细体" pitchFamily="50" charset="-122"/>
            </a:endParaRPr>
          </a:p>
        </p:txBody>
      </p:sp>
      <p:sp>
        <p:nvSpPr>
          <p:cNvPr id="11" name="矩形 10"/>
          <p:cNvSpPr/>
          <p:nvPr/>
        </p:nvSpPr>
        <p:spPr>
          <a:xfrm>
            <a:off x="503618" y="2338413"/>
            <a:ext cx="4528757" cy="3785652"/>
          </a:xfrm>
          <a:prstGeom prst="rect">
            <a:avLst/>
          </a:prstGeom>
        </p:spPr>
        <p:txBody>
          <a:bodyPr wrap="square">
            <a:spAutoFit/>
          </a:bodyPr>
          <a:lstStyle/>
          <a:p>
            <a:pPr algn="just">
              <a:lnSpc>
                <a:spcPct val="150000"/>
              </a:lnSpc>
            </a:pPr>
            <a:r>
              <a:rPr lang="en-US" altLang="zh-CN" sz="800" spc="300" dirty="0" err="1" smtClean="0">
                <a:solidFill>
                  <a:schemeClr val="bg1"/>
                </a:solidFill>
                <a:latin typeface="造字工房悦黑体验版纤细体" pitchFamily="50" charset="-122"/>
                <a:ea typeface="造字工房悦黑体验版纤细体" pitchFamily="50" charset="-122"/>
              </a:rPr>
              <a:t>Qianyu</a:t>
            </a:r>
            <a:r>
              <a:rPr lang="en-US" altLang="zh-CN" sz="800" spc="300" dirty="0" smtClean="0">
                <a:solidFill>
                  <a:schemeClr val="bg1"/>
                </a:solidFill>
                <a:latin typeface="造字工房悦黑体验版纤细体" pitchFamily="50" charset="-122"/>
                <a:ea typeface="造字工房悦黑体验版纤细体" pitchFamily="50" charset="-122"/>
              </a:rPr>
              <a:t> </a:t>
            </a:r>
            <a:r>
              <a:rPr lang="en-US" altLang="zh-CN" sz="800" spc="300" dirty="0" err="1" smtClean="0">
                <a:solidFill>
                  <a:schemeClr val="bg1"/>
                </a:solidFill>
                <a:latin typeface="造字工房悦黑体验版纤细体" pitchFamily="50" charset="-122"/>
                <a:ea typeface="造字工房悦黑体验版纤细体" pitchFamily="50" charset="-122"/>
              </a:rPr>
              <a:t>ppt</a:t>
            </a:r>
            <a:r>
              <a:rPr lang="en-US" altLang="zh-CN" sz="800" spc="300" dirty="0" smtClean="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a:t>
            </a:r>
            <a:r>
              <a:rPr lang="en-US" altLang="zh-CN" sz="800" spc="300" dirty="0">
                <a:solidFill>
                  <a:schemeClr val="bg1"/>
                </a:solidFill>
                <a:latin typeface="造字工房悦黑体验版纤细体" pitchFamily="50" charset="-122"/>
                <a:ea typeface="造字工房悦黑体验版纤细体" pitchFamily="50" charset="-122"/>
              </a:rPr>
              <a:t>design. </a:t>
            </a:r>
            <a:r>
              <a:rPr lang="en-US" altLang="zh-CN" sz="800" spc="300" dirty="0" err="1">
                <a:solidFill>
                  <a:schemeClr val="bg1"/>
                </a:solidFill>
                <a:latin typeface="造字工房悦黑体验版纤细体" pitchFamily="50" charset="-122"/>
                <a:ea typeface="造字工房悦黑体验版纤细体" pitchFamily="50" charset="-122"/>
              </a:rPr>
              <a:t>Qianyu</a:t>
            </a:r>
            <a:r>
              <a:rPr lang="en-US" altLang="zh-CN" sz="800" spc="300" dirty="0">
                <a:solidFill>
                  <a:schemeClr val="bg1"/>
                </a:solidFill>
                <a:latin typeface="造字工房悦黑体验版纤细体" pitchFamily="50" charset="-122"/>
                <a:ea typeface="造字工房悦黑体验版纤细体" pitchFamily="50" charset="-122"/>
              </a:rPr>
              <a:t> </a:t>
            </a:r>
            <a:r>
              <a:rPr lang="en-US" altLang="zh-CN" sz="800" spc="300" dirty="0" err="1">
                <a:solidFill>
                  <a:schemeClr val="bg1"/>
                </a:solidFill>
                <a:latin typeface="造字工房悦黑体验版纤细体" pitchFamily="50" charset="-122"/>
                <a:ea typeface="造字工房悦黑体验版纤细体" pitchFamily="50" charset="-122"/>
              </a:rPr>
              <a:t>ppt</a:t>
            </a:r>
            <a:r>
              <a:rPr lang="en-US" altLang="zh-CN" sz="800" spc="300" dirty="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a:t>
            </a:r>
            <a:r>
              <a:rPr lang="en-US" altLang="zh-CN" sz="800" spc="300" dirty="0" smtClean="0">
                <a:solidFill>
                  <a:schemeClr val="bg1"/>
                </a:solidFill>
                <a:latin typeface="造字工房悦黑体验版纤细体" pitchFamily="50" charset="-122"/>
                <a:ea typeface="造字工房悦黑体验版纤细体" pitchFamily="50" charset="-122"/>
              </a:rPr>
              <a:t>design.</a:t>
            </a:r>
            <a:r>
              <a:rPr lang="en-US" altLang="zh-CN" sz="800" spc="300" dirty="0">
                <a:solidFill>
                  <a:schemeClr val="bg1"/>
                </a:solidFill>
                <a:latin typeface="造字工房悦黑体验版纤细体" pitchFamily="50" charset="-122"/>
                <a:ea typeface="造字工房悦黑体验版纤细体" pitchFamily="50" charset="-122"/>
              </a:rPr>
              <a:t> </a:t>
            </a:r>
            <a:r>
              <a:rPr lang="en-US" altLang="zh-CN" sz="800" spc="300" dirty="0" err="1">
                <a:solidFill>
                  <a:schemeClr val="bg1"/>
                </a:solidFill>
                <a:latin typeface="造字工房悦黑体验版纤细体" pitchFamily="50" charset="-122"/>
                <a:ea typeface="造字工房悦黑体验版纤细体" pitchFamily="50" charset="-122"/>
              </a:rPr>
              <a:t>Qianyu</a:t>
            </a:r>
            <a:r>
              <a:rPr lang="en-US" altLang="zh-CN" sz="800" spc="300" dirty="0">
                <a:solidFill>
                  <a:schemeClr val="bg1"/>
                </a:solidFill>
                <a:latin typeface="造字工房悦黑体验版纤细体" pitchFamily="50" charset="-122"/>
                <a:ea typeface="造字工房悦黑体验版纤细体" pitchFamily="50" charset="-122"/>
              </a:rPr>
              <a:t> </a:t>
            </a:r>
            <a:r>
              <a:rPr lang="en-US" altLang="zh-CN" sz="800" spc="300" dirty="0" err="1">
                <a:solidFill>
                  <a:schemeClr val="bg1"/>
                </a:solidFill>
                <a:latin typeface="造字工房悦黑体验版纤细体" pitchFamily="50" charset="-122"/>
                <a:ea typeface="造字工房悦黑体验版纤细体" pitchFamily="50" charset="-122"/>
              </a:rPr>
              <a:t>ppt</a:t>
            </a:r>
            <a:r>
              <a:rPr lang="en-US" altLang="zh-CN" sz="800" spc="300" dirty="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a:t>
            </a:r>
            <a:r>
              <a:rPr lang="en-US" altLang="zh-CN" sz="800" spc="300" dirty="0" smtClean="0">
                <a:solidFill>
                  <a:schemeClr val="bg1"/>
                </a:solidFill>
                <a:latin typeface="造字工房悦黑体验版纤细体" pitchFamily="50" charset="-122"/>
                <a:ea typeface="造字工房悦黑体验版纤细体" pitchFamily="50" charset="-122"/>
              </a:rPr>
              <a:t>design.</a:t>
            </a:r>
            <a:r>
              <a:rPr lang="en-US" altLang="zh-CN" sz="800" spc="300" dirty="0">
                <a:solidFill>
                  <a:schemeClr val="bg1"/>
                </a:solidFill>
                <a:latin typeface="造字工房悦黑体验版纤细体" pitchFamily="50" charset="-122"/>
                <a:ea typeface="造字工房悦黑体验版纤细体" pitchFamily="50" charset="-122"/>
              </a:rPr>
              <a:t> </a:t>
            </a:r>
            <a:r>
              <a:rPr lang="en-US" altLang="zh-CN" sz="800" spc="300" dirty="0" err="1">
                <a:solidFill>
                  <a:schemeClr val="bg1"/>
                </a:solidFill>
                <a:latin typeface="造字工房悦黑体验版纤细体" pitchFamily="50" charset="-122"/>
                <a:ea typeface="造字工房悦黑体验版纤细体" pitchFamily="50" charset="-122"/>
              </a:rPr>
              <a:t>Qianyu</a:t>
            </a:r>
            <a:r>
              <a:rPr lang="en-US" altLang="zh-CN" sz="800" spc="300" dirty="0">
                <a:solidFill>
                  <a:schemeClr val="bg1"/>
                </a:solidFill>
                <a:latin typeface="造字工房悦黑体验版纤细体" pitchFamily="50" charset="-122"/>
                <a:ea typeface="造字工房悦黑体验版纤细体" pitchFamily="50" charset="-122"/>
              </a:rPr>
              <a:t> </a:t>
            </a:r>
            <a:r>
              <a:rPr lang="en-US" altLang="zh-CN" sz="800" spc="300" dirty="0" err="1">
                <a:solidFill>
                  <a:schemeClr val="bg1"/>
                </a:solidFill>
                <a:latin typeface="造字工房悦黑体验版纤细体" pitchFamily="50" charset="-122"/>
                <a:ea typeface="造字工房悦黑体验版纤细体" pitchFamily="50" charset="-122"/>
              </a:rPr>
              <a:t>ppt</a:t>
            </a:r>
            <a:r>
              <a:rPr lang="en-US" altLang="zh-CN" sz="800" spc="300" dirty="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solidFill>
                <a:schemeClr val="bg1"/>
              </a:solidFill>
              <a:latin typeface="造字工房悦黑体验版纤细体" pitchFamily="50" charset="-122"/>
              <a:ea typeface="造字工房悦黑体验版纤细体" pitchFamily="50" charset="-122"/>
            </a:endParaRPr>
          </a:p>
          <a:p>
            <a:pPr algn="just">
              <a:lnSpc>
                <a:spcPct val="150000"/>
              </a:lnSpc>
            </a:pPr>
            <a:endParaRPr lang="zh-CN" altLang="en-US" sz="800" spc="300" dirty="0">
              <a:solidFill>
                <a:schemeClr val="bg1"/>
              </a:solidFill>
              <a:latin typeface="造字工房悦黑体验版纤细体" pitchFamily="50" charset="-122"/>
              <a:ea typeface="造字工房悦黑体验版纤细体" pitchFamily="50" charset="-122"/>
            </a:endParaRPr>
          </a:p>
        </p:txBody>
      </p:sp>
      <p:grpSp>
        <p:nvGrpSpPr>
          <p:cNvPr id="18" name="组合 17"/>
          <p:cNvGrpSpPr/>
          <p:nvPr/>
        </p:nvGrpSpPr>
        <p:grpSpPr>
          <a:xfrm>
            <a:off x="6949440" y="2580800"/>
            <a:ext cx="1230630" cy="485775"/>
            <a:chOff x="6892290" y="2847500"/>
            <a:chExt cx="1230630" cy="485775"/>
          </a:xfrm>
          <a:effectLst>
            <a:outerShdw blurRad="50800" dist="38100" dir="2700000" algn="tl" rotWithShape="0">
              <a:prstClr val="black">
                <a:alpha val="40000"/>
              </a:prstClr>
            </a:outerShdw>
          </a:effectLst>
        </p:grpSpPr>
        <p:sp>
          <p:nvSpPr>
            <p:cNvPr id="17" name="平行四边形 16"/>
            <p:cNvSpPr/>
            <p:nvPr/>
          </p:nvSpPr>
          <p:spPr>
            <a:xfrm>
              <a:off x="6892290" y="2847500"/>
              <a:ext cx="1230630" cy="485775"/>
            </a:xfrm>
            <a:prstGeom prst="parallelogram">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949600" y="2921110"/>
              <a:ext cx="1116011" cy="338554"/>
            </a:xfrm>
            <a:prstGeom prst="rect">
              <a:avLst/>
            </a:prstGeom>
          </p:spPr>
          <p:txBody>
            <a:bodyPr wrap="none">
              <a:spAutoFit/>
            </a:bodyPr>
            <a:lstStyle/>
            <a:p>
              <a:r>
                <a:rPr lang="en-US" altLang="zh-CN" sz="1600" dirty="0">
                  <a:solidFill>
                    <a:schemeClr val="bg1"/>
                  </a:solidFill>
                </a:rPr>
                <a:t>PART ONE</a:t>
              </a:r>
              <a:endParaRPr lang="en-US" altLang="zh-CN" sz="1600" dirty="0">
                <a:solidFill>
                  <a:schemeClr val="bg1"/>
                </a:solidFill>
              </a:endParaRPr>
            </a:p>
          </p:txBody>
        </p:sp>
      </p:grpSp>
      <p:grpSp>
        <p:nvGrpSpPr>
          <p:cNvPr id="19" name="组合 18"/>
          <p:cNvGrpSpPr/>
          <p:nvPr/>
        </p:nvGrpSpPr>
        <p:grpSpPr>
          <a:xfrm>
            <a:off x="6751480" y="4141352"/>
            <a:ext cx="1230630" cy="485775"/>
            <a:chOff x="6892290" y="2847500"/>
            <a:chExt cx="1230630" cy="485775"/>
          </a:xfrm>
          <a:effectLst>
            <a:outerShdw blurRad="50800" dist="38100" dir="2700000" algn="tl" rotWithShape="0">
              <a:prstClr val="black">
                <a:alpha val="40000"/>
              </a:prstClr>
            </a:outerShdw>
          </a:effectLst>
        </p:grpSpPr>
        <p:sp>
          <p:nvSpPr>
            <p:cNvPr id="20" name="平行四边形 19"/>
            <p:cNvSpPr/>
            <p:nvPr/>
          </p:nvSpPr>
          <p:spPr>
            <a:xfrm>
              <a:off x="6892290" y="2847500"/>
              <a:ext cx="1230630" cy="485775"/>
            </a:xfrm>
            <a:prstGeom prst="parallelogram">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949600" y="2921110"/>
              <a:ext cx="1157689" cy="338554"/>
            </a:xfrm>
            <a:prstGeom prst="rect">
              <a:avLst/>
            </a:prstGeom>
          </p:spPr>
          <p:txBody>
            <a:bodyPr wrap="none">
              <a:spAutoFit/>
            </a:bodyPr>
            <a:lstStyle/>
            <a:p>
              <a:r>
                <a:rPr lang="en-US" altLang="zh-CN" sz="1600" dirty="0">
                  <a:solidFill>
                    <a:schemeClr val="bg1"/>
                  </a:solidFill>
                </a:rPr>
                <a:t>PART </a:t>
              </a:r>
              <a:r>
                <a:rPr lang="en-US" altLang="zh-CN" sz="1600" dirty="0" smtClean="0">
                  <a:solidFill>
                    <a:schemeClr val="bg1"/>
                  </a:solidFill>
                </a:rPr>
                <a:t>TWO</a:t>
              </a:r>
              <a:endParaRPr lang="en-US" altLang="zh-CN" sz="1600" dirty="0">
                <a:solidFill>
                  <a:schemeClr val="bg1"/>
                </a:solidFill>
              </a:endParaRPr>
            </a:p>
          </p:txBody>
        </p:sp>
      </p:grpSp>
      <p:sp>
        <p:nvSpPr>
          <p:cNvPr id="22" name="矩形 21"/>
          <p:cNvSpPr/>
          <p:nvPr/>
        </p:nvSpPr>
        <p:spPr>
          <a:xfrm>
            <a:off x="6853619" y="3182572"/>
            <a:ext cx="4199761" cy="707886"/>
          </a:xfrm>
          <a:prstGeom prst="rect">
            <a:avLst/>
          </a:prstGeom>
        </p:spPr>
        <p:txBody>
          <a:bodyPr wrap="square">
            <a:spAutoFit/>
          </a:bodyPr>
          <a:lstStyle/>
          <a:p>
            <a:pPr algn="just"/>
            <a:r>
              <a:rPr lang="en-US" altLang="zh-CN" sz="800" spc="300" dirty="0" err="1" smtClean="0">
                <a:latin typeface="造字工房悦黑体验版纤细体" pitchFamily="50" charset="-122"/>
                <a:ea typeface="造字工房悦黑体验版纤细体" pitchFamily="50" charset="-122"/>
              </a:rPr>
              <a:t>Qianyu</a:t>
            </a:r>
            <a:r>
              <a:rPr lang="en-US" altLang="zh-CN" sz="800" spc="300" dirty="0" smtClean="0">
                <a:latin typeface="造字工房悦黑体验版纤细体" pitchFamily="50" charset="-122"/>
                <a:ea typeface="造字工房悦黑体验版纤细体" pitchFamily="50" charset="-122"/>
              </a:rPr>
              <a:t> </a:t>
            </a:r>
            <a:r>
              <a:rPr lang="en-US" altLang="zh-CN" sz="800" spc="300" dirty="0" err="1" smtClean="0">
                <a:latin typeface="造字工房悦黑体验版纤细体" pitchFamily="50" charset="-122"/>
                <a:ea typeface="造字工房悦黑体验版纤细体" pitchFamily="50" charset="-122"/>
              </a:rPr>
              <a:t>ppt</a:t>
            </a:r>
            <a:r>
              <a:rPr lang="en-US" altLang="zh-CN" sz="800" spc="300" dirty="0" smtClean="0">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latin typeface="造字工房悦黑体验版纤细体" pitchFamily="50" charset="-122"/>
              <a:ea typeface="造字工房悦黑体验版纤细体" pitchFamily="50" charset="-122"/>
            </a:endParaRPr>
          </a:p>
        </p:txBody>
      </p:sp>
      <p:sp>
        <p:nvSpPr>
          <p:cNvPr id="23" name="矩形 22"/>
          <p:cNvSpPr/>
          <p:nvPr/>
        </p:nvSpPr>
        <p:spPr>
          <a:xfrm>
            <a:off x="6762750" y="4742503"/>
            <a:ext cx="4199761" cy="707886"/>
          </a:xfrm>
          <a:prstGeom prst="rect">
            <a:avLst/>
          </a:prstGeom>
        </p:spPr>
        <p:txBody>
          <a:bodyPr wrap="square">
            <a:spAutoFit/>
          </a:bodyPr>
          <a:lstStyle/>
          <a:p>
            <a:pPr algn="just"/>
            <a:r>
              <a:rPr lang="en-US" altLang="zh-CN" sz="800" spc="300" dirty="0" err="1" smtClean="0">
                <a:latin typeface="造字工房悦黑体验版纤细体" pitchFamily="50" charset="-122"/>
                <a:ea typeface="造字工房悦黑体验版纤细体" pitchFamily="50" charset="-122"/>
              </a:rPr>
              <a:t>Qianyu</a:t>
            </a:r>
            <a:r>
              <a:rPr lang="en-US" altLang="zh-CN" sz="800" spc="300" dirty="0" smtClean="0">
                <a:latin typeface="造字工房悦黑体验版纤细体" pitchFamily="50" charset="-122"/>
                <a:ea typeface="造字工房悦黑体验版纤细体" pitchFamily="50" charset="-122"/>
              </a:rPr>
              <a:t> </a:t>
            </a:r>
            <a:r>
              <a:rPr lang="en-US" altLang="zh-CN" sz="800" spc="300" dirty="0" err="1" smtClean="0">
                <a:latin typeface="造字工房悦黑体验版纤细体" pitchFamily="50" charset="-122"/>
                <a:ea typeface="造字工房悦黑体验版纤细体" pitchFamily="50" charset="-122"/>
              </a:rPr>
              <a:t>ppt</a:t>
            </a:r>
            <a:r>
              <a:rPr lang="en-US" altLang="zh-CN" sz="800" spc="300" dirty="0" smtClean="0">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直角三角形 6"/>
          <p:cNvSpPr/>
          <p:nvPr/>
        </p:nvSpPr>
        <p:spPr>
          <a:xfrm flipV="1">
            <a:off x="-29498" y="0"/>
            <a:ext cx="18215898" cy="6839047"/>
          </a:xfrm>
          <a:prstGeom prst="rtTriangle">
            <a:avLst/>
          </a:prstGeom>
          <a:solidFill>
            <a:srgbClr val="E5007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58994" y="-29497"/>
            <a:ext cx="5751180" cy="4866968"/>
          </a:xfrm>
          <a:custGeom>
            <a:avLst/>
            <a:gdLst>
              <a:gd name="connsiteX0" fmla="*/ 0 w 5958349"/>
              <a:gd name="connsiteY0" fmla="*/ 0 h 4866968"/>
              <a:gd name="connsiteX1" fmla="*/ 0 w 5958349"/>
              <a:gd name="connsiteY1" fmla="*/ 4866968 h 4866968"/>
              <a:gd name="connsiteX2" fmla="*/ 5958349 w 5958349"/>
              <a:gd name="connsiteY2" fmla="*/ 3805084 h 4866968"/>
              <a:gd name="connsiteX3" fmla="*/ 4778478 w 5958349"/>
              <a:gd name="connsiteY3" fmla="*/ 117987 h 4866968"/>
              <a:gd name="connsiteX4" fmla="*/ 0 w 5958349"/>
              <a:gd name="connsiteY4" fmla="*/ 0 h 4866968"/>
              <a:gd name="connsiteX0-1" fmla="*/ 0 w 5958349"/>
              <a:gd name="connsiteY0-2" fmla="*/ 0 h 4866968"/>
              <a:gd name="connsiteX1-3" fmla="*/ 0 w 5958349"/>
              <a:gd name="connsiteY1-4" fmla="*/ 4866968 h 4866968"/>
              <a:gd name="connsiteX2-5" fmla="*/ 5958349 w 5958349"/>
              <a:gd name="connsiteY2-6" fmla="*/ 3805084 h 4866968"/>
              <a:gd name="connsiteX3-7" fmla="*/ 4808958 w 5958349"/>
              <a:gd name="connsiteY3-8" fmla="*/ 11307 h 4866968"/>
              <a:gd name="connsiteX4-9" fmla="*/ 0 w 5958349"/>
              <a:gd name="connsiteY4-10" fmla="*/ 0 h 4866968"/>
              <a:gd name="connsiteX0-11" fmla="*/ 0 w 5767849"/>
              <a:gd name="connsiteY0-12" fmla="*/ 0 h 4866968"/>
              <a:gd name="connsiteX1-13" fmla="*/ 0 w 5767849"/>
              <a:gd name="connsiteY1-14" fmla="*/ 4866968 h 4866968"/>
              <a:gd name="connsiteX2-15" fmla="*/ 5767849 w 5767849"/>
              <a:gd name="connsiteY2-16" fmla="*/ 3716184 h 4866968"/>
              <a:gd name="connsiteX3-17" fmla="*/ 4808958 w 5767849"/>
              <a:gd name="connsiteY3-18" fmla="*/ 11307 h 4866968"/>
              <a:gd name="connsiteX4-19" fmla="*/ 0 w 5767849"/>
              <a:gd name="connsiteY4-20" fmla="*/ 0 h 4866968"/>
              <a:gd name="connsiteX0-21" fmla="*/ 0 w 5751180"/>
              <a:gd name="connsiteY0-22" fmla="*/ 0 h 4866968"/>
              <a:gd name="connsiteX1-23" fmla="*/ 0 w 5751180"/>
              <a:gd name="connsiteY1-24" fmla="*/ 4866968 h 4866968"/>
              <a:gd name="connsiteX2-25" fmla="*/ 5751180 w 5751180"/>
              <a:gd name="connsiteY2-26" fmla="*/ 3720946 h 4866968"/>
              <a:gd name="connsiteX3-27" fmla="*/ 4808958 w 5751180"/>
              <a:gd name="connsiteY3-28" fmla="*/ 11307 h 4866968"/>
              <a:gd name="connsiteX4-29" fmla="*/ 0 w 5751180"/>
              <a:gd name="connsiteY4-30" fmla="*/ 0 h 48669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751180" h="4866968">
                <a:moveTo>
                  <a:pt x="0" y="0"/>
                </a:moveTo>
                <a:lnTo>
                  <a:pt x="0" y="4866968"/>
                </a:lnTo>
                <a:lnTo>
                  <a:pt x="5751180" y="3720946"/>
                </a:lnTo>
                <a:lnTo>
                  <a:pt x="4808958" y="11307"/>
                </a:lnTo>
                <a:lnTo>
                  <a:pt x="0" y="0"/>
                </a:lnTo>
                <a:close/>
              </a:path>
            </a:pathLst>
          </a:custGeom>
          <a:blipFill>
            <a:blip r:embed="rId1"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a:off x="-29497" y="3687097"/>
            <a:ext cx="9615949" cy="3196098"/>
          </a:xfrm>
          <a:custGeom>
            <a:avLst/>
            <a:gdLst>
              <a:gd name="connsiteX0" fmla="*/ 0 w 9615949"/>
              <a:gd name="connsiteY0" fmla="*/ 1002890 h 3215148"/>
              <a:gd name="connsiteX1" fmla="*/ 58994 w 9615949"/>
              <a:gd name="connsiteY1" fmla="*/ 3215148 h 3215148"/>
              <a:gd name="connsiteX2" fmla="*/ 9615949 w 9615949"/>
              <a:gd name="connsiteY2" fmla="*/ 3156155 h 3215148"/>
              <a:gd name="connsiteX3" fmla="*/ 5722374 w 9615949"/>
              <a:gd name="connsiteY3" fmla="*/ 0 h 3215148"/>
              <a:gd name="connsiteX4" fmla="*/ 0 w 9615949"/>
              <a:gd name="connsiteY4" fmla="*/ 1002890 h 3215148"/>
              <a:gd name="connsiteX0-1" fmla="*/ 0 w 9615949"/>
              <a:gd name="connsiteY0-2" fmla="*/ 1002890 h 3215148"/>
              <a:gd name="connsiteX1-3" fmla="*/ 39944 w 9615949"/>
              <a:gd name="connsiteY1-4" fmla="*/ 3215148 h 3215148"/>
              <a:gd name="connsiteX2-5" fmla="*/ 9615949 w 9615949"/>
              <a:gd name="connsiteY2-6" fmla="*/ 3156155 h 3215148"/>
              <a:gd name="connsiteX3-7" fmla="*/ 5722374 w 9615949"/>
              <a:gd name="connsiteY3-8" fmla="*/ 0 h 3215148"/>
              <a:gd name="connsiteX4-9" fmla="*/ 0 w 9615949"/>
              <a:gd name="connsiteY4-10" fmla="*/ 1002890 h 3215148"/>
              <a:gd name="connsiteX0-11" fmla="*/ 0 w 9615949"/>
              <a:gd name="connsiteY0-12" fmla="*/ 1002890 h 3196098"/>
              <a:gd name="connsiteX1-13" fmla="*/ 1844 w 9615949"/>
              <a:gd name="connsiteY1-14" fmla="*/ 3196098 h 3196098"/>
              <a:gd name="connsiteX2-15" fmla="*/ 9615949 w 9615949"/>
              <a:gd name="connsiteY2-16" fmla="*/ 3156155 h 3196098"/>
              <a:gd name="connsiteX3-17" fmla="*/ 5722374 w 9615949"/>
              <a:gd name="connsiteY3-18" fmla="*/ 0 h 3196098"/>
              <a:gd name="connsiteX4-19" fmla="*/ 0 w 9615949"/>
              <a:gd name="connsiteY4-20" fmla="*/ 1002890 h 31960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15949" h="3196098">
                <a:moveTo>
                  <a:pt x="0" y="1002890"/>
                </a:moveTo>
                <a:cubicBezTo>
                  <a:pt x="615" y="1733959"/>
                  <a:pt x="1229" y="2465029"/>
                  <a:pt x="1844" y="3196098"/>
                </a:cubicBezTo>
                <a:lnTo>
                  <a:pt x="9615949" y="3156155"/>
                </a:lnTo>
                <a:lnTo>
                  <a:pt x="5722374" y="0"/>
                </a:lnTo>
                <a:lnTo>
                  <a:pt x="0" y="100289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89786" y="5221961"/>
            <a:ext cx="4348914" cy="1000274"/>
          </a:xfrm>
          <a:prstGeom prst="rect">
            <a:avLst/>
          </a:prstGeom>
        </p:spPr>
        <p:txBody>
          <a:bodyPr wrap="square">
            <a:spAutoFit/>
          </a:bodyPr>
          <a:lstStyle/>
          <a:p>
            <a:pPr>
              <a:lnSpc>
                <a:spcPct val="150000"/>
              </a:lnSpc>
            </a:pPr>
            <a:r>
              <a:rPr lang="en-US" altLang="zh-CN" sz="800" spc="300" dirty="0" err="1" smtClean="0">
                <a:solidFill>
                  <a:schemeClr val="bg1"/>
                </a:solidFill>
                <a:latin typeface="造字工房悦黑体验版纤细体" pitchFamily="50" charset="-122"/>
                <a:ea typeface="造字工房悦黑体验版纤细体" pitchFamily="50" charset="-122"/>
              </a:rPr>
              <a:t>Qianyu</a:t>
            </a:r>
            <a:r>
              <a:rPr lang="en-US" altLang="zh-CN" sz="800" spc="300" dirty="0" smtClean="0">
                <a:solidFill>
                  <a:schemeClr val="bg1"/>
                </a:solidFill>
                <a:latin typeface="造字工房悦黑体验版纤细体" pitchFamily="50" charset="-122"/>
                <a:ea typeface="造字工房悦黑体验版纤细体" pitchFamily="50" charset="-122"/>
              </a:rPr>
              <a:t> </a:t>
            </a:r>
            <a:r>
              <a:rPr lang="en-US" altLang="zh-CN" sz="800" spc="300" dirty="0" err="1" smtClean="0">
                <a:solidFill>
                  <a:schemeClr val="bg1"/>
                </a:solidFill>
                <a:latin typeface="造字工房悦黑体验版纤细体" pitchFamily="50" charset="-122"/>
                <a:ea typeface="造字工房悦黑体验版纤细体" pitchFamily="50" charset="-122"/>
              </a:rPr>
              <a:t>ppt</a:t>
            </a:r>
            <a:r>
              <a:rPr lang="en-US" altLang="zh-CN" sz="800" spc="300" dirty="0" smtClean="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solidFill>
                <a:schemeClr val="bg1"/>
              </a:solidFill>
              <a:latin typeface="造字工房悦黑体验版纤细体" pitchFamily="50" charset="-122"/>
              <a:ea typeface="造字工房悦黑体验版纤细体" pitchFamily="50" charset="-122"/>
            </a:endParaRPr>
          </a:p>
        </p:txBody>
      </p:sp>
      <p:sp>
        <p:nvSpPr>
          <p:cNvPr id="3" name="文本框 2"/>
          <p:cNvSpPr txBox="1"/>
          <p:nvPr/>
        </p:nvSpPr>
        <p:spPr>
          <a:xfrm>
            <a:off x="9459452" y="3483897"/>
            <a:ext cx="2300748" cy="830997"/>
          </a:xfrm>
          <a:prstGeom prst="rect">
            <a:avLst/>
          </a:prstGeom>
          <a:noFill/>
        </p:spPr>
        <p:txBody>
          <a:bodyPr wrap="square" rtlCol="0">
            <a:spAutoFit/>
          </a:bodyPr>
          <a:lstStyle/>
          <a:p>
            <a:r>
              <a:rPr lang="en-US" altLang="zh-CN" sz="4800" b="1" spc="600" dirty="0" smtClean="0"/>
              <a:t>1.54</a:t>
            </a:r>
            <a:r>
              <a:rPr lang="en-US" altLang="zh-CN" sz="2400" b="1" spc="600" dirty="0" smtClean="0"/>
              <a:t>KM</a:t>
            </a:r>
            <a:endParaRPr lang="zh-CN" altLang="en-US" sz="2400" b="1" spc="600" dirty="0"/>
          </a:p>
        </p:txBody>
      </p:sp>
      <p:sp>
        <p:nvSpPr>
          <p:cNvPr id="9" name="矩形 8"/>
          <p:cNvSpPr/>
          <p:nvPr/>
        </p:nvSpPr>
        <p:spPr>
          <a:xfrm>
            <a:off x="8975472" y="4256289"/>
            <a:ext cx="3218700" cy="246221"/>
          </a:xfrm>
          <a:prstGeom prst="rect">
            <a:avLst/>
          </a:prstGeom>
        </p:spPr>
        <p:txBody>
          <a:bodyPr wrap="square">
            <a:spAutoFit/>
          </a:bodyPr>
          <a:lstStyle/>
          <a:p>
            <a:pPr algn="just"/>
            <a:r>
              <a:rPr lang="en-US" altLang="zh-CN" sz="1000" dirty="0" smtClean="0">
                <a:solidFill>
                  <a:srgbClr val="BFBFBF"/>
                </a:solidFill>
                <a:latin typeface="造字工房悦黑体验版纤细体" pitchFamily="50" charset="-122"/>
                <a:ea typeface="造字工房悦黑体验版纤细体" pitchFamily="50" charset="-122"/>
              </a:rPr>
              <a:t>COPY OR WRITE YOUR TEXT AND PASTE IT HERE</a:t>
            </a:r>
            <a:endParaRPr lang="zh-CN" altLang="en-US" sz="1000" dirty="0">
              <a:solidFill>
                <a:srgbClr val="BFBFBF"/>
              </a:solidFill>
              <a:latin typeface="造字工房悦黑体验版纤细体" pitchFamily="50" charset="-122"/>
              <a:ea typeface="造字工房悦黑体验版纤细体" pitchFamily="50" charset="-122"/>
            </a:endParaRPr>
          </a:p>
        </p:txBody>
      </p:sp>
      <p:sp>
        <p:nvSpPr>
          <p:cNvPr id="10" name="矩形 9"/>
          <p:cNvSpPr/>
          <p:nvPr/>
        </p:nvSpPr>
        <p:spPr>
          <a:xfrm>
            <a:off x="7965573" y="4705710"/>
            <a:ext cx="3794627" cy="338554"/>
          </a:xfrm>
          <a:prstGeom prst="rect">
            <a:avLst/>
          </a:prstGeom>
        </p:spPr>
        <p:txBody>
          <a:bodyPr wrap="square">
            <a:spAutoFit/>
          </a:bodyPr>
          <a:lstStyle/>
          <a:p>
            <a:pPr algn="ctr"/>
            <a:r>
              <a:rPr lang="en-US" altLang="zh-CN" sz="800" spc="300" dirty="0" err="1" smtClean="0">
                <a:solidFill>
                  <a:schemeClr val="tx1">
                    <a:lumMod val="85000"/>
                    <a:lumOff val="15000"/>
                  </a:schemeClr>
                </a:solidFill>
                <a:latin typeface="造字工房悦黑体验版纤细体" pitchFamily="50" charset="-122"/>
                <a:ea typeface="造字工房悦黑体验版纤细体" pitchFamily="50" charset="-122"/>
              </a:rPr>
              <a:t>Qianyu</a:t>
            </a:r>
            <a:r>
              <a:rPr lang="en-US" altLang="zh-CN" sz="800" spc="300" dirty="0" smtClean="0">
                <a:solidFill>
                  <a:schemeClr val="tx1">
                    <a:lumMod val="85000"/>
                    <a:lumOff val="15000"/>
                  </a:schemeClr>
                </a:solidFill>
                <a:latin typeface="造字工房悦黑体验版纤细体" pitchFamily="50" charset="-122"/>
                <a:ea typeface="造字工房悦黑体验版纤细体" pitchFamily="50" charset="-122"/>
              </a:rPr>
              <a:t> </a:t>
            </a:r>
            <a:r>
              <a:rPr lang="en-US" altLang="zh-CN" sz="800" spc="300" dirty="0" err="1" smtClean="0">
                <a:solidFill>
                  <a:schemeClr val="tx1">
                    <a:lumMod val="85000"/>
                    <a:lumOff val="15000"/>
                  </a:schemeClr>
                </a:solidFill>
                <a:latin typeface="造字工房悦黑体验版纤细体" pitchFamily="50" charset="-122"/>
                <a:ea typeface="造字工房悦黑体验版纤细体" pitchFamily="50" charset="-122"/>
              </a:rPr>
              <a:t>ppt</a:t>
            </a:r>
            <a:r>
              <a:rPr lang="en-US" altLang="zh-CN" sz="800" spc="300" dirty="0" smtClean="0">
                <a:solidFill>
                  <a:schemeClr val="tx1">
                    <a:lumMod val="85000"/>
                    <a:lumOff val="15000"/>
                  </a:schemeClr>
                </a:solidFill>
                <a:latin typeface="造字工房悦黑体验版纤细体" pitchFamily="50" charset="-122"/>
                <a:ea typeface="造字工房悦黑体验版纤细体" pitchFamily="50" charset="-122"/>
              </a:rPr>
              <a:t> attention in the demonstration of the template design and production, beautify</a:t>
            </a:r>
            <a:endParaRPr lang="zh-CN" altLang="en-US" sz="800" spc="300" dirty="0">
              <a:solidFill>
                <a:schemeClr val="tx1">
                  <a:lumMod val="85000"/>
                  <a:lumOff val="15000"/>
                </a:schemeClr>
              </a:solidFill>
              <a:latin typeface="造字工房悦黑体验版纤细体" pitchFamily="50" charset="-122"/>
              <a:ea typeface="造字工房悦黑体验版纤细体" pitchFamily="50" charset="-122"/>
            </a:endParaRPr>
          </a:p>
        </p:txBody>
      </p:sp>
      <p:sp>
        <p:nvSpPr>
          <p:cNvPr id="11" name="矩形 10"/>
          <p:cNvSpPr/>
          <p:nvPr/>
        </p:nvSpPr>
        <p:spPr>
          <a:xfrm>
            <a:off x="5682485" y="1070253"/>
            <a:ext cx="4772460" cy="830997"/>
          </a:xfrm>
          <a:prstGeom prst="rect">
            <a:avLst/>
          </a:prstGeom>
        </p:spPr>
        <p:txBody>
          <a:bodyPr wrap="none">
            <a:spAutoFit/>
          </a:bodyPr>
          <a:lstStyle/>
          <a:p>
            <a:r>
              <a:rPr lang="en-US" altLang="zh-CN" sz="4800" b="1" dirty="0">
                <a:solidFill>
                  <a:schemeClr val="bg1"/>
                </a:solidFill>
              </a:rPr>
              <a:t>ADD TITLE HERE</a:t>
            </a:r>
            <a:endParaRPr lang="en-US" altLang="zh-CN" sz="4800" b="1" dirty="0">
              <a:solidFill>
                <a:schemeClr val="bg1"/>
              </a:solidFill>
            </a:endParaRPr>
          </a:p>
        </p:txBody>
      </p:sp>
      <p:sp>
        <p:nvSpPr>
          <p:cNvPr id="12" name="矩形 11"/>
          <p:cNvSpPr/>
          <p:nvPr/>
        </p:nvSpPr>
        <p:spPr>
          <a:xfrm>
            <a:off x="5707885" y="1865616"/>
            <a:ext cx="4696260" cy="261610"/>
          </a:xfrm>
          <a:prstGeom prst="rect">
            <a:avLst/>
          </a:prstGeom>
        </p:spPr>
        <p:txBody>
          <a:bodyPr wrap="square">
            <a:spAutoFit/>
          </a:bodyPr>
          <a:lstStyle/>
          <a:p>
            <a:pPr algn="just"/>
            <a:r>
              <a:rPr lang="en-US" altLang="zh-CN" sz="1100" spc="300" dirty="0" smtClean="0">
                <a:solidFill>
                  <a:schemeClr val="bg1"/>
                </a:solidFill>
                <a:latin typeface="造字工房悦黑体验版纤细体" pitchFamily="50" charset="-122"/>
                <a:ea typeface="造字工房悦黑体验版纤细体" pitchFamily="50" charset="-122"/>
              </a:rPr>
              <a:t>COPY OR WRITE YOUR TEXT AND PASTE IT HERE</a:t>
            </a:r>
            <a:endParaRPr lang="zh-CN" altLang="en-US" sz="1100" spc="300" dirty="0">
              <a:solidFill>
                <a:schemeClr val="bg1"/>
              </a:solidFill>
              <a:latin typeface="造字工房悦黑体验版纤细体" pitchFamily="50" charset="-122"/>
              <a:ea typeface="造字工房悦黑体验版纤细体" pitchFamily="50" charset="-122"/>
            </a:endParaRPr>
          </a:p>
        </p:txBody>
      </p:sp>
      <p:sp>
        <p:nvSpPr>
          <p:cNvPr id="13" name="矩形 12"/>
          <p:cNvSpPr/>
          <p:nvPr/>
        </p:nvSpPr>
        <p:spPr>
          <a:xfrm>
            <a:off x="7965572" y="4994953"/>
            <a:ext cx="3794627" cy="338554"/>
          </a:xfrm>
          <a:prstGeom prst="rect">
            <a:avLst/>
          </a:prstGeom>
        </p:spPr>
        <p:txBody>
          <a:bodyPr wrap="square">
            <a:spAutoFit/>
          </a:bodyPr>
          <a:lstStyle/>
          <a:p>
            <a:pPr algn="ctr"/>
            <a:r>
              <a:rPr lang="en-US" altLang="zh-CN" sz="800" spc="300" dirty="0" err="1" smtClean="0">
                <a:solidFill>
                  <a:schemeClr val="tx1">
                    <a:lumMod val="85000"/>
                    <a:lumOff val="15000"/>
                  </a:schemeClr>
                </a:solidFill>
                <a:latin typeface="造字工房悦黑体验版纤细体" pitchFamily="50" charset="-122"/>
                <a:ea typeface="造字工房悦黑体验版纤细体" pitchFamily="50" charset="-122"/>
              </a:rPr>
              <a:t>Qianyu</a:t>
            </a:r>
            <a:r>
              <a:rPr lang="en-US" altLang="zh-CN" sz="800" spc="300" dirty="0" smtClean="0">
                <a:solidFill>
                  <a:schemeClr val="tx1">
                    <a:lumMod val="85000"/>
                    <a:lumOff val="15000"/>
                  </a:schemeClr>
                </a:solidFill>
                <a:latin typeface="造字工房悦黑体验版纤细体" pitchFamily="50" charset="-122"/>
                <a:ea typeface="造字工房悦黑体验版纤细体" pitchFamily="50" charset="-122"/>
              </a:rPr>
              <a:t> </a:t>
            </a:r>
            <a:r>
              <a:rPr lang="en-US" altLang="zh-CN" sz="800" spc="300" dirty="0" err="1" smtClean="0">
                <a:solidFill>
                  <a:schemeClr val="tx1">
                    <a:lumMod val="85000"/>
                    <a:lumOff val="15000"/>
                  </a:schemeClr>
                </a:solidFill>
                <a:latin typeface="造字工房悦黑体验版纤细体" pitchFamily="50" charset="-122"/>
                <a:ea typeface="造字工房悦黑体验版纤细体" pitchFamily="50" charset="-122"/>
              </a:rPr>
              <a:t>ppt</a:t>
            </a:r>
            <a:r>
              <a:rPr lang="en-US" altLang="zh-CN" sz="800" spc="300" dirty="0" smtClean="0">
                <a:solidFill>
                  <a:schemeClr val="tx1">
                    <a:lumMod val="85000"/>
                    <a:lumOff val="15000"/>
                  </a:schemeClr>
                </a:solidFill>
                <a:latin typeface="造字工房悦黑体验版纤细体" pitchFamily="50" charset="-122"/>
                <a:ea typeface="造字工房悦黑体验版纤细体" pitchFamily="50" charset="-122"/>
              </a:rPr>
              <a:t> attention in the demonstration of the template design and production, beautify</a:t>
            </a:r>
            <a:endParaRPr lang="zh-CN" altLang="en-US" sz="800" spc="300" dirty="0">
              <a:solidFill>
                <a:schemeClr val="tx1">
                  <a:lumMod val="85000"/>
                  <a:lumOff val="15000"/>
                </a:schemeClr>
              </a:solidFill>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5524500" y="-19050"/>
            <a:ext cx="6667500" cy="6991350"/>
          </a:xfrm>
          <a:custGeom>
            <a:avLst/>
            <a:gdLst>
              <a:gd name="connsiteX0" fmla="*/ 1447800 w 6667500"/>
              <a:gd name="connsiteY0" fmla="*/ 0 h 7029450"/>
              <a:gd name="connsiteX1" fmla="*/ 0 w 6667500"/>
              <a:gd name="connsiteY1" fmla="*/ 7029450 h 7029450"/>
              <a:gd name="connsiteX2" fmla="*/ 6667500 w 6667500"/>
              <a:gd name="connsiteY2" fmla="*/ 7010400 h 7029450"/>
              <a:gd name="connsiteX3" fmla="*/ 6648450 w 6667500"/>
              <a:gd name="connsiteY3" fmla="*/ 38100 h 7029450"/>
              <a:gd name="connsiteX4" fmla="*/ 1447800 w 6667500"/>
              <a:gd name="connsiteY4" fmla="*/ 0 h 7029450"/>
              <a:gd name="connsiteX0-1" fmla="*/ 1447800 w 6667500"/>
              <a:gd name="connsiteY0-2" fmla="*/ 19050 h 6991350"/>
              <a:gd name="connsiteX1-3" fmla="*/ 0 w 6667500"/>
              <a:gd name="connsiteY1-4" fmla="*/ 6991350 h 6991350"/>
              <a:gd name="connsiteX2-5" fmla="*/ 6667500 w 6667500"/>
              <a:gd name="connsiteY2-6" fmla="*/ 6972300 h 6991350"/>
              <a:gd name="connsiteX3-7" fmla="*/ 6648450 w 6667500"/>
              <a:gd name="connsiteY3-8" fmla="*/ 0 h 6991350"/>
              <a:gd name="connsiteX4-9" fmla="*/ 1447800 w 6667500"/>
              <a:gd name="connsiteY4-10" fmla="*/ 19050 h 69913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667500" h="6991350">
                <a:moveTo>
                  <a:pt x="1447800" y="19050"/>
                </a:moveTo>
                <a:lnTo>
                  <a:pt x="0" y="6991350"/>
                </a:lnTo>
                <a:lnTo>
                  <a:pt x="6667500" y="6972300"/>
                </a:lnTo>
                <a:lnTo>
                  <a:pt x="6648450" y="0"/>
                </a:lnTo>
                <a:lnTo>
                  <a:pt x="1447800" y="19050"/>
                </a:lnTo>
                <a:close/>
              </a:path>
            </a:pathLst>
          </a:cu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4953000" y="-19050"/>
            <a:ext cx="6457950" cy="1314450"/>
          </a:xfrm>
          <a:custGeom>
            <a:avLst/>
            <a:gdLst>
              <a:gd name="connsiteX0" fmla="*/ 0 w 6457950"/>
              <a:gd name="connsiteY0" fmla="*/ 0 h 1314450"/>
              <a:gd name="connsiteX1" fmla="*/ 1771650 w 6457950"/>
              <a:gd name="connsiteY1" fmla="*/ 1314450 h 1314450"/>
              <a:gd name="connsiteX2" fmla="*/ 6457950 w 6457950"/>
              <a:gd name="connsiteY2" fmla="*/ 0 h 1314450"/>
              <a:gd name="connsiteX3" fmla="*/ 0 w 6457950"/>
              <a:gd name="connsiteY3" fmla="*/ 0 h 1314450"/>
            </a:gdLst>
            <a:ahLst/>
            <a:cxnLst>
              <a:cxn ang="0">
                <a:pos x="connsiteX0" y="connsiteY0"/>
              </a:cxn>
              <a:cxn ang="0">
                <a:pos x="connsiteX1" y="connsiteY1"/>
              </a:cxn>
              <a:cxn ang="0">
                <a:pos x="connsiteX2" y="connsiteY2"/>
              </a:cxn>
              <a:cxn ang="0">
                <a:pos x="connsiteX3" y="connsiteY3"/>
              </a:cxn>
            </a:cxnLst>
            <a:rect l="l" t="t" r="r" b="b"/>
            <a:pathLst>
              <a:path w="6457950" h="1314450">
                <a:moveTo>
                  <a:pt x="0" y="0"/>
                </a:moveTo>
                <a:lnTo>
                  <a:pt x="1771650" y="1314450"/>
                </a:lnTo>
                <a:lnTo>
                  <a:pt x="6457950" y="0"/>
                </a:lnTo>
                <a:lnTo>
                  <a:pt x="0" y="0"/>
                </a:lnTo>
                <a:close/>
              </a:path>
            </a:pathLst>
          </a:custGeom>
          <a:solidFill>
            <a:srgbClr val="E5007F"/>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19050" y="2076450"/>
            <a:ext cx="8820150" cy="4876800"/>
          </a:xfrm>
          <a:custGeom>
            <a:avLst/>
            <a:gdLst>
              <a:gd name="connsiteX0" fmla="*/ 0 w 8820150"/>
              <a:gd name="connsiteY0" fmla="*/ 0 h 4876800"/>
              <a:gd name="connsiteX1" fmla="*/ 3429000 w 8820150"/>
              <a:gd name="connsiteY1" fmla="*/ 247650 h 4876800"/>
              <a:gd name="connsiteX2" fmla="*/ 8820150 w 8820150"/>
              <a:gd name="connsiteY2" fmla="*/ 4876800 h 4876800"/>
              <a:gd name="connsiteX3" fmla="*/ 0 w 8820150"/>
              <a:gd name="connsiteY3" fmla="*/ 4876800 h 4876800"/>
              <a:gd name="connsiteX4" fmla="*/ 0 w 8820150"/>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4876800">
                <a:moveTo>
                  <a:pt x="0" y="0"/>
                </a:moveTo>
                <a:lnTo>
                  <a:pt x="3429000" y="247650"/>
                </a:lnTo>
                <a:lnTo>
                  <a:pt x="8820150" y="4876800"/>
                </a:lnTo>
                <a:lnTo>
                  <a:pt x="0" y="48768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13175" y="597690"/>
            <a:ext cx="4772460" cy="830997"/>
          </a:xfrm>
          <a:prstGeom prst="rect">
            <a:avLst/>
          </a:prstGeom>
        </p:spPr>
        <p:txBody>
          <a:bodyPr wrap="none">
            <a:spAutoFit/>
          </a:bodyPr>
          <a:lstStyle/>
          <a:p>
            <a:r>
              <a:rPr lang="en-US" altLang="zh-CN" sz="4800" b="1" dirty="0"/>
              <a:t>ADD TITLE HERE</a:t>
            </a:r>
            <a:endParaRPr lang="en-US" altLang="zh-CN" sz="4800" b="1" dirty="0"/>
          </a:p>
        </p:txBody>
      </p:sp>
      <p:sp>
        <p:nvSpPr>
          <p:cNvPr id="7" name="矩形 6"/>
          <p:cNvSpPr/>
          <p:nvPr/>
        </p:nvSpPr>
        <p:spPr>
          <a:xfrm>
            <a:off x="538575" y="1393053"/>
            <a:ext cx="4696260" cy="261610"/>
          </a:xfrm>
          <a:prstGeom prst="rect">
            <a:avLst/>
          </a:prstGeom>
        </p:spPr>
        <p:txBody>
          <a:bodyPr wrap="square">
            <a:spAutoFit/>
          </a:bodyPr>
          <a:lstStyle/>
          <a:p>
            <a:pPr algn="just"/>
            <a:r>
              <a:rPr lang="en-US" altLang="zh-CN" sz="1100" spc="300" dirty="0" smtClean="0">
                <a:latin typeface="造字工房悦黑体验版纤细体" pitchFamily="50" charset="-122"/>
                <a:ea typeface="造字工房悦黑体验版纤细体" pitchFamily="50" charset="-122"/>
              </a:rPr>
              <a:t>COPY OR WRITE YOUR TEXT AND PASTE IT HERE</a:t>
            </a:r>
            <a:endParaRPr lang="zh-CN" altLang="en-US" sz="1100" spc="300" dirty="0">
              <a:latin typeface="造字工房悦黑体验版纤细体" pitchFamily="50" charset="-122"/>
              <a:ea typeface="造字工房悦黑体验版纤细体" pitchFamily="50" charset="-122"/>
            </a:endParaRPr>
          </a:p>
        </p:txBody>
      </p:sp>
      <p:grpSp>
        <p:nvGrpSpPr>
          <p:cNvPr id="23" name="组合 22"/>
          <p:cNvGrpSpPr/>
          <p:nvPr/>
        </p:nvGrpSpPr>
        <p:grpSpPr>
          <a:xfrm>
            <a:off x="758210" y="3465513"/>
            <a:ext cx="2750780" cy="572985"/>
            <a:chOff x="1014736" y="5128318"/>
            <a:chExt cx="2750780" cy="572985"/>
          </a:xfrm>
        </p:grpSpPr>
        <p:grpSp>
          <p:nvGrpSpPr>
            <p:cNvPr id="12" name="Group 22"/>
            <p:cNvGrpSpPr/>
            <p:nvPr/>
          </p:nvGrpSpPr>
          <p:grpSpPr>
            <a:xfrm>
              <a:off x="1014736" y="5128318"/>
              <a:ext cx="666746" cy="572985"/>
              <a:chOff x="4627563" y="793750"/>
              <a:chExt cx="406400" cy="349250"/>
            </a:xfrm>
            <a:solidFill>
              <a:schemeClr val="bg1"/>
            </a:solidFill>
          </p:grpSpPr>
          <p:sp>
            <p:nvSpPr>
              <p:cNvPr id="13" name="Freeform 94"/>
              <p:cNvSpPr/>
              <p:nvPr/>
            </p:nvSpPr>
            <p:spPr bwMode="auto">
              <a:xfrm>
                <a:off x="4741863" y="793750"/>
                <a:ext cx="292100" cy="320675"/>
              </a:xfrm>
              <a:custGeom>
                <a:avLst/>
                <a:gdLst>
                  <a:gd name="T0" fmla="*/ 109 w 111"/>
                  <a:gd name="T1" fmla="*/ 42 h 122"/>
                  <a:gd name="T2" fmla="*/ 22 w 111"/>
                  <a:gd name="T3" fmla="*/ 0 h 122"/>
                  <a:gd name="T4" fmla="*/ 19 w 111"/>
                  <a:gd name="T5" fmla="*/ 1 h 122"/>
                  <a:gd name="T6" fmla="*/ 0 w 111"/>
                  <a:gd name="T7" fmla="*/ 41 h 122"/>
                  <a:gd name="T8" fmla="*/ 11 w 111"/>
                  <a:gd name="T9" fmla="*/ 41 h 122"/>
                  <a:gd name="T10" fmla="*/ 25 w 111"/>
                  <a:gd name="T11" fmla="*/ 12 h 122"/>
                  <a:gd name="T12" fmla="*/ 100 w 111"/>
                  <a:gd name="T13" fmla="*/ 48 h 122"/>
                  <a:gd name="T14" fmla="*/ 77 w 111"/>
                  <a:gd name="T15" fmla="*/ 97 h 122"/>
                  <a:gd name="T16" fmla="*/ 63 w 111"/>
                  <a:gd name="T17" fmla="*/ 91 h 122"/>
                  <a:gd name="T18" fmla="*/ 63 w 111"/>
                  <a:gd name="T19" fmla="*/ 117 h 122"/>
                  <a:gd name="T20" fmla="*/ 71 w 111"/>
                  <a:gd name="T21" fmla="*/ 121 h 122"/>
                  <a:gd name="T22" fmla="*/ 74 w 111"/>
                  <a:gd name="T23" fmla="*/ 120 h 122"/>
                  <a:gd name="T24" fmla="*/ 110 w 111"/>
                  <a:gd name="T25" fmla="*/ 45 h 122"/>
                  <a:gd name="T26" fmla="*/ 109 w 111"/>
                  <a:gd name="T27" fmla="*/ 4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22">
                    <a:moveTo>
                      <a:pt x="109" y="42"/>
                    </a:moveTo>
                    <a:cubicBezTo>
                      <a:pt x="22" y="0"/>
                      <a:pt x="22" y="0"/>
                      <a:pt x="22" y="0"/>
                    </a:cubicBezTo>
                    <a:cubicBezTo>
                      <a:pt x="21" y="0"/>
                      <a:pt x="20" y="0"/>
                      <a:pt x="19" y="1"/>
                    </a:cubicBezTo>
                    <a:cubicBezTo>
                      <a:pt x="0" y="41"/>
                      <a:pt x="0" y="41"/>
                      <a:pt x="0" y="41"/>
                    </a:cubicBezTo>
                    <a:cubicBezTo>
                      <a:pt x="11" y="41"/>
                      <a:pt x="11" y="41"/>
                      <a:pt x="11" y="41"/>
                    </a:cubicBezTo>
                    <a:cubicBezTo>
                      <a:pt x="25" y="12"/>
                      <a:pt x="25" y="12"/>
                      <a:pt x="25" y="12"/>
                    </a:cubicBezTo>
                    <a:cubicBezTo>
                      <a:pt x="100" y="48"/>
                      <a:pt x="100" y="48"/>
                      <a:pt x="100" y="48"/>
                    </a:cubicBezTo>
                    <a:cubicBezTo>
                      <a:pt x="77" y="97"/>
                      <a:pt x="77" y="97"/>
                      <a:pt x="77" y="97"/>
                    </a:cubicBezTo>
                    <a:cubicBezTo>
                      <a:pt x="63" y="91"/>
                      <a:pt x="63" y="91"/>
                      <a:pt x="63" y="91"/>
                    </a:cubicBezTo>
                    <a:cubicBezTo>
                      <a:pt x="63" y="117"/>
                      <a:pt x="63" y="117"/>
                      <a:pt x="63" y="117"/>
                    </a:cubicBezTo>
                    <a:cubicBezTo>
                      <a:pt x="71" y="121"/>
                      <a:pt x="71" y="121"/>
                      <a:pt x="71" y="121"/>
                    </a:cubicBezTo>
                    <a:cubicBezTo>
                      <a:pt x="72" y="122"/>
                      <a:pt x="74" y="121"/>
                      <a:pt x="74" y="120"/>
                    </a:cubicBezTo>
                    <a:cubicBezTo>
                      <a:pt x="110" y="45"/>
                      <a:pt x="110" y="45"/>
                      <a:pt x="110" y="45"/>
                    </a:cubicBezTo>
                    <a:cubicBezTo>
                      <a:pt x="111" y="44"/>
                      <a:pt x="110" y="42"/>
                      <a:pt x="109"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sp>
            <p:nvSpPr>
              <p:cNvPr id="14" name="Freeform 95"/>
              <p:cNvSpPr>
                <a:spLocks noEditPoints="1"/>
              </p:cNvSpPr>
              <p:nvPr/>
            </p:nvSpPr>
            <p:spPr bwMode="auto">
              <a:xfrm>
                <a:off x="4627563" y="914400"/>
                <a:ext cx="263525" cy="228600"/>
              </a:xfrm>
              <a:custGeom>
                <a:avLst/>
                <a:gdLst>
                  <a:gd name="T0" fmla="*/ 99 w 101"/>
                  <a:gd name="T1" fmla="*/ 0 h 87"/>
                  <a:gd name="T2" fmla="*/ 2 w 101"/>
                  <a:gd name="T3" fmla="*/ 0 h 87"/>
                  <a:gd name="T4" fmla="*/ 0 w 101"/>
                  <a:gd name="T5" fmla="*/ 2 h 87"/>
                  <a:gd name="T6" fmla="*/ 0 w 101"/>
                  <a:gd name="T7" fmla="*/ 85 h 87"/>
                  <a:gd name="T8" fmla="*/ 2 w 101"/>
                  <a:gd name="T9" fmla="*/ 87 h 87"/>
                  <a:gd name="T10" fmla="*/ 99 w 101"/>
                  <a:gd name="T11" fmla="*/ 87 h 87"/>
                  <a:gd name="T12" fmla="*/ 101 w 101"/>
                  <a:gd name="T13" fmla="*/ 85 h 87"/>
                  <a:gd name="T14" fmla="*/ 101 w 101"/>
                  <a:gd name="T15" fmla="*/ 2 h 87"/>
                  <a:gd name="T16" fmla="*/ 99 w 101"/>
                  <a:gd name="T17" fmla="*/ 0 h 87"/>
                  <a:gd name="T18" fmla="*/ 94 w 101"/>
                  <a:gd name="T19" fmla="*/ 64 h 87"/>
                  <a:gd name="T20" fmla="*/ 10 w 101"/>
                  <a:gd name="T21" fmla="*/ 64 h 87"/>
                  <a:gd name="T22" fmla="*/ 10 w 101"/>
                  <a:gd name="T23" fmla="*/ 9 h 87"/>
                  <a:gd name="T24" fmla="*/ 94 w 101"/>
                  <a:gd name="T25" fmla="*/ 9 h 87"/>
                  <a:gd name="T26" fmla="*/ 94 w 101"/>
                  <a:gd name="T27" fmla="*/ 6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7">
                    <a:moveTo>
                      <a:pt x="99" y="0"/>
                    </a:moveTo>
                    <a:cubicBezTo>
                      <a:pt x="2" y="0"/>
                      <a:pt x="2" y="0"/>
                      <a:pt x="2" y="0"/>
                    </a:cubicBezTo>
                    <a:cubicBezTo>
                      <a:pt x="1" y="0"/>
                      <a:pt x="0" y="1"/>
                      <a:pt x="0" y="2"/>
                    </a:cubicBezTo>
                    <a:cubicBezTo>
                      <a:pt x="0" y="85"/>
                      <a:pt x="0" y="85"/>
                      <a:pt x="0" y="85"/>
                    </a:cubicBezTo>
                    <a:cubicBezTo>
                      <a:pt x="0" y="86"/>
                      <a:pt x="1" y="87"/>
                      <a:pt x="2" y="87"/>
                    </a:cubicBezTo>
                    <a:cubicBezTo>
                      <a:pt x="99" y="87"/>
                      <a:pt x="99" y="87"/>
                      <a:pt x="99" y="87"/>
                    </a:cubicBezTo>
                    <a:cubicBezTo>
                      <a:pt x="100" y="87"/>
                      <a:pt x="101" y="86"/>
                      <a:pt x="101" y="85"/>
                    </a:cubicBezTo>
                    <a:cubicBezTo>
                      <a:pt x="101" y="2"/>
                      <a:pt x="101" y="2"/>
                      <a:pt x="101" y="2"/>
                    </a:cubicBezTo>
                    <a:cubicBezTo>
                      <a:pt x="101" y="1"/>
                      <a:pt x="100" y="0"/>
                      <a:pt x="99" y="0"/>
                    </a:cubicBezTo>
                    <a:close/>
                    <a:moveTo>
                      <a:pt x="94" y="64"/>
                    </a:moveTo>
                    <a:cubicBezTo>
                      <a:pt x="10" y="64"/>
                      <a:pt x="10" y="64"/>
                      <a:pt x="10" y="64"/>
                    </a:cubicBezTo>
                    <a:cubicBezTo>
                      <a:pt x="10" y="9"/>
                      <a:pt x="10" y="9"/>
                      <a:pt x="10" y="9"/>
                    </a:cubicBezTo>
                    <a:cubicBezTo>
                      <a:pt x="94" y="9"/>
                      <a:pt x="94" y="9"/>
                      <a:pt x="94" y="9"/>
                    </a:cubicBezTo>
                    <a:lnTo>
                      <a:pt x="94"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grpSp>
        <p:grpSp>
          <p:nvGrpSpPr>
            <p:cNvPr id="15" name="Group 4"/>
            <p:cNvGrpSpPr/>
            <p:nvPr/>
          </p:nvGrpSpPr>
          <p:grpSpPr>
            <a:xfrm>
              <a:off x="2154327" y="5185999"/>
              <a:ext cx="565623" cy="457622"/>
              <a:chOff x="5838825" y="2538413"/>
              <a:chExt cx="490538" cy="396874"/>
            </a:xfrm>
            <a:solidFill>
              <a:schemeClr val="bg1"/>
            </a:solidFill>
          </p:grpSpPr>
          <p:sp>
            <p:nvSpPr>
              <p:cNvPr id="16" name="Freeform 35"/>
              <p:cNvSpPr>
                <a:spLocks noEditPoints="1"/>
              </p:cNvSpPr>
              <p:nvPr/>
            </p:nvSpPr>
            <p:spPr bwMode="auto">
              <a:xfrm>
                <a:off x="5838825" y="2587625"/>
                <a:ext cx="490538" cy="347662"/>
              </a:xfrm>
              <a:custGeom>
                <a:avLst/>
                <a:gdLst>
                  <a:gd name="T0" fmla="*/ 121 w 130"/>
                  <a:gd name="T1" fmla="*/ 0 h 92"/>
                  <a:gd name="T2" fmla="*/ 9 w 130"/>
                  <a:gd name="T3" fmla="*/ 0 h 92"/>
                  <a:gd name="T4" fmla="*/ 0 w 130"/>
                  <a:gd name="T5" fmla="*/ 9 h 92"/>
                  <a:gd name="T6" fmla="*/ 0 w 130"/>
                  <a:gd name="T7" fmla="*/ 83 h 92"/>
                  <a:gd name="T8" fmla="*/ 9 w 130"/>
                  <a:gd name="T9" fmla="*/ 92 h 92"/>
                  <a:gd name="T10" fmla="*/ 121 w 130"/>
                  <a:gd name="T11" fmla="*/ 92 h 92"/>
                  <a:gd name="T12" fmla="*/ 130 w 130"/>
                  <a:gd name="T13" fmla="*/ 83 h 92"/>
                  <a:gd name="T14" fmla="*/ 130 w 130"/>
                  <a:gd name="T15" fmla="*/ 9 h 92"/>
                  <a:gd name="T16" fmla="*/ 121 w 130"/>
                  <a:gd name="T17" fmla="*/ 0 h 92"/>
                  <a:gd name="T18" fmla="*/ 47 w 130"/>
                  <a:gd name="T19" fmla="*/ 81 h 92"/>
                  <a:gd name="T20" fmla="*/ 12 w 130"/>
                  <a:gd name="T21" fmla="*/ 46 h 92"/>
                  <a:gd name="T22" fmla="*/ 47 w 130"/>
                  <a:gd name="T23" fmla="*/ 11 h 92"/>
                  <a:gd name="T24" fmla="*/ 82 w 130"/>
                  <a:gd name="T25" fmla="*/ 46 h 92"/>
                  <a:gd name="T26" fmla="*/ 47 w 130"/>
                  <a:gd name="T27" fmla="*/ 81 h 92"/>
                  <a:gd name="T28" fmla="*/ 116 w 130"/>
                  <a:gd name="T29" fmla="*/ 19 h 92"/>
                  <a:gd name="T30" fmla="*/ 105 w 130"/>
                  <a:gd name="T31" fmla="*/ 19 h 92"/>
                  <a:gd name="T32" fmla="*/ 99 w 130"/>
                  <a:gd name="T33" fmla="*/ 13 h 92"/>
                  <a:gd name="T34" fmla="*/ 105 w 130"/>
                  <a:gd name="T35" fmla="*/ 7 h 92"/>
                  <a:gd name="T36" fmla="*/ 116 w 130"/>
                  <a:gd name="T37" fmla="*/ 7 h 92"/>
                  <a:gd name="T38" fmla="*/ 122 w 130"/>
                  <a:gd name="T39" fmla="*/ 13 h 92"/>
                  <a:gd name="T40" fmla="*/ 116 w 130"/>
                  <a:gd name="T41" fmla="*/ 1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0" h="92">
                    <a:moveTo>
                      <a:pt x="121" y="0"/>
                    </a:moveTo>
                    <a:cubicBezTo>
                      <a:pt x="9" y="0"/>
                      <a:pt x="9" y="0"/>
                      <a:pt x="9" y="0"/>
                    </a:cubicBezTo>
                    <a:cubicBezTo>
                      <a:pt x="4" y="0"/>
                      <a:pt x="0" y="4"/>
                      <a:pt x="0" y="9"/>
                    </a:cubicBezTo>
                    <a:cubicBezTo>
                      <a:pt x="0" y="83"/>
                      <a:pt x="0" y="83"/>
                      <a:pt x="0" y="83"/>
                    </a:cubicBezTo>
                    <a:cubicBezTo>
                      <a:pt x="0" y="88"/>
                      <a:pt x="4" y="92"/>
                      <a:pt x="9" y="92"/>
                    </a:cubicBezTo>
                    <a:cubicBezTo>
                      <a:pt x="121" y="92"/>
                      <a:pt x="121" y="92"/>
                      <a:pt x="121" y="92"/>
                    </a:cubicBezTo>
                    <a:cubicBezTo>
                      <a:pt x="126" y="92"/>
                      <a:pt x="130" y="88"/>
                      <a:pt x="130" y="83"/>
                    </a:cubicBezTo>
                    <a:cubicBezTo>
                      <a:pt x="130" y="9"/>
                      <a:pt x="130" y="9"/>
                      <a:pt x="130" y="9"/>
                    </a:cubicBezTo>
                    <a:cubicBezTo>
                      <a:pt x="130" y="4"/>
                      <a:pt x="126" y="0"/>
                      <a:pt x="121" y="0"/>
                    </a:cubicBezTo>
                    <a:close/>
                    <a:moveTo>
                      <a:pt x="47" y="81"/>
                    </a:moveTo>
                    <a:cubicBezTo>
                      <a:pt x="28" y="81"/>
                      <a:pt x="12" y="66"/>
                      <a:pt x="12" y="46"/>
                    </a:cubicBezTo>
                    <a:cubicBezTo>
                      <a:pt x="12" y="27"/>
                      <a:pt x="28" y="11"/>
                      <a:pt x="47" y="11"/>
                    </a:cubicBezTo>
                    <a:cubicBezTo>
                      <a:pt x="67" y="11"/>
                      <a:pt x="82" y="27"/>
                      <a:pt x="82" y="46"/>
                    </a:cubicBezTo>
                    <a:cubicBezTo>
                      <a:pt x="82" y="66"/>
                      <a:pt x="67" y="81"/>
                      <a:pt x="47" y="81"/>
                    </a:cubicBezTo>
                    <a:close/>
                    <a:moveTo>
                      <a:pt x="116" y="19"/>
                    </a:moveTo>
                    <a:cubicBezTo>
                      <a:pt x="105" y="19"/>
                      <a:pt x="105" y="19"/>
                      <a:pt x="105" y="19"/>
                    </a:cubicBezTo>
                    <a:cubicBezTo>
                      <a:pt x="101" y="19"/>
                      <a:pt x="99" y="17"/>
                      <a:pt x="99" y="13"/>
                    </a:cubicBezTo>
                    <a:cubicBezTo>
                      <a:pt x="99" y="10"/>
                      <a:pt x="101" y="7"/>
                      <a:pt x="105" y="7"/>
                    </a:cubicBezTo>
                    <a:cubicBezTo>
                      <a:pt x="116" y="7"/>
                      <a:pt x="116" y="7"/>
                      <a:pt x="116" y="7"/>
                    </a:cubicBezTo>
                    <a:cubicBezTo>
                      <a:pt x="119" y="7"/>
                      <a:pt x="122" y="10"/>
                      <a:pt x="122" y="13"/>
                    </a:cubicBezTo>
                    <a:cubicBezTo>
                      <a:pt x="122" y="17"/>
                      <a:pt x="119" y="19"/>
                      <a:pt x="116"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sp>
            <p:nvSpPr>
              <p:cNvPr id="17" name="Rectangle 36"/>
              <p:cNvSpPr>
                <a:spLocks noChangeArrowheads="1"/>
              </p:cNvSpPr>
              <p:nvPr/>
            </p:nvSpPr>
            <p:spPr bwMode="auto">
              <a:xfrm>
                <a:off x="5888038" y="2538413"/>
                <a:ext cx="101600"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prstClr val="black"/>
                  </a:solidFill>
                </a:endParaRPr>
              </a:p>
            </p:txBody>
          </p:sp>
          <p:sp>
            <p:nvSpPr>
              <p:cNvPr id="18" name="Oval 37"/>
              <p:cNvSpPr>
                <a:spLocks noChangeArrowheads="1"/>
              </p:cNvSpPr>
              <p:nvPr/>
            </p:nvSpPr>
            <p:spPr bwMode="auto">
              <a:xfrm>
                <a:off x="5951538" y="2697163"/>
                <a:ext cx="128588" cy="12858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grpSp>
        <p:grpSp>
          <p:nvGrpSpPr>
            <p:cNvPr id="19" name="Group 42"/>
            <p:cNvGrpSpPr/>
            <p:nvPr/>
          </p:nvGrpSpPr>
          <p:grpSpPr bwMode="auto">
            <a:xfrm>
              <a:off x="3058527" y="5194018"/>
              <a:ext cx="706989" cy="441584"/>
              <a:chOff x="0" y="0"/>
              <a:chExt cx="1485900" cy="927101"/>
            </a:xfrm>
            <a:solidFill>
              <a:schemeClr val="bg1"/>
            </a:solidFill>
          </p:grpSpPr>
          <p:sp>
            <p:nvSpPr>
              <p:cNvPr id="20" name="AutoShape 43"/>
              <p:cNvSpPr/>
              <p:nvPr/>
            </p:nvSpPr>
            <p:spPr bwMode="auto">
              <a:xfrm>
                <a:off x="0" y="0"/>
                <a:ext cx="1485900" cy="9271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600"/>
                      <a:pt x="10800" y="21600"/>
                    </a:cubicBezTo>
                    <a:cubicBezTo>
                      <a:pt x="15302" y="21600"/>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21" name="AutoShape 44"/>
              <p:cNvSpPr/>
              <p:nvPr/>
            </p:nvSpPr>
            <p:spPr bwMode="auto">
              <a:xfrm>
                <a:off x="558012" y="278340"/>
                <a:ext cx="209075" cy="2086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599"/>
                      <a:pt x="2402" y="21599"/>
                    </a:cubicBezTo>
                    <a:cubicBezTo>
                      <a:pt x="3722" y="21599"/>
                      <a:pt x="4799" y="20523"/>
                      <a:pt x="4799" y="19198"/>
                    </a:cubicBezTo>
                    <a:cubicBezTo>
                      <a:pt x="4799" y="11262"/>
                      <a:pt x="11262" y="4803"/>
                      <a:pt x="19202" y="4803"/>
                    </a:cubicBezTo>
                    <a:lnTo>
                      <a:pt x="19202" y="4798"/>
                    </a:lnTo>
                    <a:cubicBezTo>
                      <a:pt x="20523" y="4798"/>
                      <a:pt x="21600" y="3721"/>
                      <a:pt x="21600" y="2401"/>
                    </a:cubicBezTo>
                    <a:cubicBezTo>
                      <a:pt x="21600" y="1076"/>
                      <a:pt x="20523" y="0"/>
                      <a:pt x="19202"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22" name="AutoShape 45"/>
              <p:cNvSpPr/>
              <p:nvPr/>
            </p:nvSpPr>
            <p:spPr bwMode="auto">
              <a:xfrm>
                <a:off x="418509" y="139170"/>
                <a:ext cx="651016" cy="6494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600" y="16765"/>
                      <a:pt x="21600" y="10800"/>
                    </a:cubicBezTo>
                    <a:cubicBezTo>
                      <a:pt x="21600" y="4834"/>
                      <a:pt x="16765"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grpSp>
      </p:grpSp>
      <p:sp>
        <p:nvSpPr>
          <p:cNvPr id="24" name="矩形 23"/>
          <p:cNvSpPr/>
          <p:nvPr/>
        </p:nvSpPr>
        <p:spPr>
          <a:xfrm>
            <a:off x="650622" y="4351539"/>
            <a:ext cx="3218700" cy="246221"/>
          </a:xfrm>
          <a:prstGeom prst="rect">
            <a:avLst/>
          </a:prstGeom>
        </p:spPr>
        <p:txBody>
          <a:bodyPr wrap="square">
            <a:spAutoFit/>
          </a:bodyPr>
          <a:lstStyle/>
          <a:p>
            <a:pPr algn="just"/>
            <a:r>
              <a:rPr lang="en-US" altLang="zh-CN" sz="1000" dirty="0" smtClean="0">
                <a:solidFill>
                  <a:srgbClr val="BFBFBF"/>
                </a:solidFill>
                <a:latin typeface="造字工房悦黑体验版纤细体" pitchFamily="50" charset="-122"/>
                <a:ea typeface="造字工房悦黑体验版纤细体" pitchFamily="50" charset="-122"/>
              </a:rPr>
              <a:t>COPY OR WRITE YOUR TEXT AND PASTE IT HERE</a:t>
            </a:r>
            <a:endParaRPr lang="zh-CN" altLang="en-US" sz="1000" dirty="0">
              <a:solidFill>
                <a:srgbClr val="BFBFBF"/>
              </a:solidFill>
              <a:latin typeface="造字工房悦黑体验版纤细体" pitchFamily="50" charset="-122"/>
              <a:ea typeface="造字工房悦黑体验版纤细体" pitchFamily="50" charset="-122"/>
            </a:endParaRPr>
          </a:p>
        </p:txBody>
      </p:sp>
      <p:sp>
        <p:nvSpPr>
          <p:cNvPr id="25" name="矩形 24"/>
          <p:cNvSpPr/>
          <p:nvPr/>
        </p:nvSpPr>
        <p:spPr>
          <a:xfrm>
            <a:off x="631572" y="4622831"/>
            <a:ext cx="4348914" cy="1000274"/>
          </a:xfrm>
          <a:prstGeom prst="rect">
            <a:avLst/>
          </a:prstGeom>
        </p:spPr>
        <p:txBody>
          <a:bodyPr wrap="square">
            <a:spAutoFit/>
          </a:bodyPr>
          <a:lstStyle/>
          <a:p>
            <a:pPr>
              <a:lnSpc>
                <a:spcPct val="150000"/>
              </a:lnSpc>
            </a:pPr>
            <a:r>
              <a:rPr lang="en-US" altLang="zh-CN" sz="800" spc="300" dirty="0" err="1" smtClean="0">
                <a:solidFill>
                  <a:schemeClr val="bg1"/>
                </a:solidFill>
                <a:latin typeface="造字工房悦黑体验版纤细体" pitchFamily="50" charset="-122"/>
                <a:ea typeface="造字工房悦黑体验版纤细体" pitchFamily="50" charset="-122"/>
              </a:rPr>
              <a:t>Qianyu</a:t>
            </a:r>
            <a:r>
              <a:rPr lang="en-US" altLang="zh-CN" sz="800" spc="300" dirty="0" smtClean="0">
                <a:solidFill>
                  <a:schemeClr val="bg1"/>
                </a:solidFill>
                <a:latin typeface="造字工房悦黑体验版纤细体" pitchFamily="50" charset="-122"/>
                <a:ea typeface="造字工房悦黑体验版纤细体" pitchFamily="50" charset="-122"/>
              </a:rPr>
              <a:t> </a:t>
            </a:r>
            <a:r>
              <a:rPr lang="en-US" altLang="zh-CN" sz="800" spc="300" dirty="0" err="1" smtClean="0">
                <a:solidFill>
                  <a:schemeClr val="bg1"/>
                </a:solidFill>
                <a:latin typeface="造字工房悦黑体验版纤细体" pitchFamily="50" charset="-122"/>
                <a:ea typeface="造字工房悦黑体验版纤细体" pitchFamily="50" charset="-122"/>
              </a:rPr>
              <a:t>ppt</a:t>
            </a:r>
            <a:r>
              <a:rPr lang="en-US" altLang="zh-CN" sz="800" spc="300" dirty="0" smtClean="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solidFill>
                <a:schemeClr val="bg1"/>
              </a:solidFill>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r>
              <a:rPr lang="en-US" altLang="zh-CN" sz="100" dirty="0" smtClean="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a:p>
            <a:r>
              <a:rPr lang="zh-CN" altLang="en-US" sz="100" dirty="0" smtClean="0">
                <a:solidFill>
                  <a:prstClr val="white"/>
                </a:solidFill>
                <a:latin typeface="Calibri" panose="020F0502020204030204"/>
                <a:ea typeface="宋体" panose="02010600030101010101" pitchFamily="2" charset="-122"/>
              </a:rPr>
              <a:t>字体下载：</a:t>
            </a:r>
            <a:r>
              <a:rPr lang="en-US" altLang="zh-CN" sz="100" dirty="0" smtClean="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4" name="任意多边形 3"/>
          <p:cNvSpPr/>
          <p:nvPr/>
        </p:nvSpPr>
        <p:spPr>
          <a:xfrm>
            <a:off x="5124450" y="-19050"/>
            <a:ext cx="7067550" cy="6896100"/>
          </a:xfrm>
          <a:custGeom>
            <a:avLst/>
            <a:gdLst>
              <a:gd name="connsiteX0" fmla="*/ 1771650 w 7029450"/>
              <a:gd name="connsiteY0" fmla="*/ 0 h 6838950"/>
              <a:gd name="connsiteX1" fmla="*/ 0 w 7029450"/>
              <a:gd name="connsiteY1" fmla="*/ 6838950 h 6838950"/>
              <a:gd name="connsiteX2" fmla="*/ 7029450 w 7029450"/>
              <a:gd name="connsiteY2" fmla="*/ 6819900 h 6838950"/>
              <a:gd name="connsiteX3" fmla="*/ 7029450 w 7029450"/>
              <a:gd name="connsiteY3" fmla="*/ 0 h 6838950"/>
              <a:gd name="connsiteX4" fmla="*/ 1771650 w 7029450"/>
              <a:gd name="connsiteY4" fmla="*/ 0 h 6838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9450" h="6838950">
                <a:moveTo>
                  <a:pt x="1771650" y="0"/>
                </a:moveTo>
                <a:lnTo>
                  <a:pt x="0" y="6838950"/>
                </a:lnTo>
                <a:lnTo>
                  <a:pt x="7029450" y="6819900"/>
                </a:lnTo>
                <a:lnTo>
                  <a:pt x="7029450" y="0"/>
                </a:lnTo>
                <a:lnTo>
                  <a:pt x="1771650" y="0"/>
                </a:lnTo>
                <a:close/>
              </a:path>
            </a:pathLst>
          </a:custGeom>
          <a:blipFill dpi="0" rotWithShape="1">
            <a:blip r:embed="rId1">
              <a:grayscl/>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19050" y="-38100"/>
            <a:ext cx="9239250" cy="1371600"/>
          </a:xfrm>
          <a:custGeom>
            <a:avLst/>
            <a:gdLst>
              <a:gd name="connsiteX0" fmla="*/ 19050 w 9239250"/>
              <a:gd name="connsiteY0" fmla="*/ 0 h 1371600"/>
              <a:gd name="connsiteX1" fmla="*/ 0 w 9239250"/>
              <a:gd name="connsiteY1" fmla="*/ 1371600 h 1371600"/>
              <a:gd name="connsiteX2" fmla="*/ 9239250 w 9239250"/>
              <a:gd name="connsiteY2" fmla="*/ 38100 h 1371600"/>
              <a:gd name="connsiteX3" fmla="*/ 19050 w 9239250"/>
              <a:gd name="connsiteY3" fmla="*/ 0 h 1371600"/>
            </a:gdLst>
            <a:ahLst/>
            <a:cxnLst>
              <a:cxn ang="0">
                <a:pos x="connsiteX0" y="connsiteY0"/>
              </a:cxn>
              <a:cxn ang="0">
                <a:pos x="connsiteX1" y="connsiteY1"/>
              </a:cxn>
              <a:cxn ang="0">
                <a:pos x="connsiteX2" y="connsiteY2"/>
              </a:cxn>
              <a:cxn ang="0">
                <a:pos x="connsiteX3" y="connsiteY3"/>
              </a:cxn>
            </a:cxnLst>
            <a:rect l="l" t="t" r="r" b="b"/>
            <a:pathLst>
              <a:path w="9239250" h="1371600">
                <a:moveTo>
                  <a:pt x="19050" y="0"/>
                </a:moveTo>
                <a:lnTo>
                  <a:pt x="0" y="1371600"/>
                </a:lnTo>
                <a:lnTo>
                  <a:pt x="9239250" y="38100"/>
                </a:lnTo>
                <a:lnTo>
                  <a:pt x="19050" y="0"/>
                </a:lnTo>
                <a:close/>
              </a:path>
            </a:pathLst>
          </a:custGeom>
          <a:solidFill>
            <a:srgbClr val="E5007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5124450" y="3159124"/>
            <a:ext cx="1733550" cy="3717925"/>
          </a:xfrm>
          <a:custGeom>
            <a:avLst/>
            <a:gdLst>
              <a:gd name="connsiteX0" fmla="*/ 914400 w 1733550"/>
              <a:gd name="connsiteY0" fmla="*/ 0 h 3714750"/>
              <a:gd name="connsiteX1" fmla="*/ 0 w 1733550"/>
              <a:gd name="connsiteY1" fmla="*/ 3695700 h 3714750"/>
              <a:gd name="connsiteX2" fmla="*/ 1733550 w 1733550"/>
              <a:gd name="connsiteY2" fmla="*/ 3714750 h 3714750"/>
              <a:gd name="connsiteX3" fmla="*/ 914400 w 1733550"/>
              <a:gd name="connsiteY3" fmla="*/ 0 h 3714750"/>
              <a:gd name="connsiteX0-1" fmla="*/ 933450 w 1733550"/>
              <a:gd name="connsiteY0-2" fmla="*/ 0 h 3714750"/>
              <a:gd name="connsiteX1-3" fmla="*/ 0 w 1733550"/>
              <a:gd name="connsiteY1-4" fmla="*/ 3695700 h 3714750"/>
              <a:gd name="connsiteX2-5" fmla="*/ 1733550 w 1733550"/>
              <a:gd name="connsiteY2-6" fmla="*/ 3714750 h 3714750"/>
              <a:gd name="connsiteX3-7" fmla="*/ 933450 w 1733550"/>
              <a:gd name="connsiteY3-8" fmla="*/ 0 h 3714750"/>
              <a:gd name="connsiteX0-9" fmla="*/ 952500 w 1733550"/>
              <a:gd name="connsiteY0-10" fmla="*/ 0 h 3717925"/>
              <a:gd name="connsiteX1-11" fmla="*/ 0 w 1733550"/>
              <a:gd name="connsiteY1-12" fmla="*/ 3698875 h 3717925"/>
              <a:gd name="connsiteX2-13" fmla="*/ 1733550 w 1733550"/>
              <a:gd name="connsiteY2-14" fmla="*/ 3717925 h 3717925"/>
              <a:gd name="connsiteX3-15" fmla="*/ 952500 w 1733550"/>
              <a:gd name="connsiteY3-16" fmla="*/ 0 h 3717925"/>
              <a:gd name="connsiteX0-17" fmla="*/ 958850 w 1733550"/>
              <a:gd name="connsiteY0-18" fmla="*/ 0 h 3717925"/>
              <a:gd name="connsiteX1-19" fmla="*/ 0 w 1733550"/>
              <a:gd name="connsiteY1-20" fmla="*/ 3698875 h 3717925"/>
              <a:gd name="connsiteX2-21" fmla="*/ 1733550 w 1733550"/>
              <a:gd name="connsiteY2-22" fmla="*/ 3717925 h 3717925"/>
              <a:gd name="connsiteX3-23" fmla="*/ 958850 w 1733550"/>
              <a:gd name="connsiteY3-24" fmla="*/ 0 h 3717925"/>
            </a:gdLst>
            <a:ahLst/>
            <a:cxnLst>
              <a:cxn ang="0">
                <a:pos x="connsiteX0-1" y="connsiteY0-2"/>
              </a:cxn>
              <a:cxn ang="0">
                <a:pos x="connsiteX1-3" y="connsiteY1-4"/>
              </a:cxn>
              <a:cxn ang="0">
                <a:pos x="connsiteX2-5" y="connsiteY2-6"/>
              </a:cxn>
              <a:cxn ang="0">
                <a:pos x="connsiteX3-7" y="connsiteY3-8"/>
              </a:cxn>
            </a:cxnLst>
            <a:rect l="l" t="t" r="r" b="b"/>
            <a:pathLst>
              <a:path w="1733550" h="3717925">
                <a:moveTo>
                  <a:pt x="958850" y="0"/>
                </a:moveTo>
                <a:lnTo>
                  <a:pt x="0" y="3698875"/>
                </a:lnTo>
                <a:lnTo>
                  <a:pt x="1733550" y="3717925"/>
                </a:lnTo>
                <a:lnTo>
                  <a:pt x="95885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96633" y="310899"/>
            <a:ext cx="4772460" cy="830997"/>
          </a:xfrm>
          <a:prstGeom prst="rect">
            <a:avLst/>
          </a:prstGeom>
        </p:spPr>
        <p:txBody>
          <a:bodyPr wrap="none">
            <a:spAutoFit/>
          </a:bodyPr>
          <a:lstStyle/>
          <a:p>
            <a:r>
              <a:rPr lang="en-US" altLang="zh-CN" sz="4800" b="1" dirty="0"/>
              <a:t>ADD TITLE HERE</a:t>
            </a:r>
            <a:endParaRPr lang="en-US" altLang="zh-CN" sz="4800" b="1" dirty="0"/>
          </a:p>
        </p:txBody>
      </p:sp>
      <p:sp>
        <p:nvSpPr>
          <p:cNvPr id="7" name="矩形 6"/>
          <p:cNvSpPr/>
          <p:nvPr/>
        </p:nvSpPr>
        <p:spPr>
          <a:xfrm>
            <a:off x="922033" y="1106262"/>
            <a:ext cx="4696260" cy="261610"/>
          </a:xfrm>
          <a:prstGeom prst="rect">
            <a:avLst/>
          </a:prstGeom>
        </p:spPr>
        <p:txBody>
          <a:bodyPr wrap="square">
            <a:spAutoFit/>
          </a:bodyPr>
          <a:lstStyle/>
          <a:p>
            <a:pPr algn="just"/>
            <a:r>
              <a:rPr lang="en-US" altLang="zh-CN" sz="1100" spc="300" dirty="0" smtClean="0">
                <a:latin typeface="造字工房悦黑体验版纤细体" pitchFamily="50" charset="-122"/>
                <a:ea typeface="造字工房悦黑体验版纤细体" pitchFamily="50" charset="-122"/>
              </a:rPr>
              <a:t>COPY OR WRITE YOUR TEXT AND PASTE IT HERE</a:t>
            </a:r>
            <a:endParaRPr lang="zh-CN" altLang="en-US" sz="1100" spc="300" dirty="0">
              <a:latin typeface="造字工房悦黑体验版纤细体" pitchFamily="50" charset="-122"/>
              <a:ea typeface="造字工房悦黑体验版纤细体" pitchFamily="50" charset="-122"/>
            </a:endParaRPr>
          </a:p>
        </p:txBody>
      </p:sp>
      <p:grpSp>
        <p:nvGrpSpPr>
          <p:cNvPr id="18" name="组合 17"/>
          <p:cNvGrpSpPr/>
          <p:nvPr/>
        </p:nvGrpSpPr>
        <p:grpSpPr>
          <a:xfrm>
            <a:off x="8229600" y="1362997"/>
            <a:ext cx="1825624" cy="1825624"/>
            <a:chOff x="8229600" y="1362997"/>
            <a:chExt cx="1825624" cy="1825624"/>
          </a:xfrm>
          <a:effectLst>
            <a:outerShdw blurRad="50800" dist="38100" dir="5400000" algn="t" rotWithShape="0">
              <a:prstClr val="black">
                <a:alpha val="40000"/>
              </a:prstClr>
            </a:outerShdw>
          </a:effectLst>
        </p:grpSpPr>
        <p:sp>
          <p:nvSpPr>
            <p:cNvPr id="8" name="矩形 7"/>
            <p:cNvSpPr/>
            <p:nvPr/>
          </p:nvSpPr>
          <p:spPr>
            <a:xfrm>
              <a:off x="8229600" y="1362997"/>
              <a:ext cx="1825624" cy="18256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8436077" y="1504335"/>
              <a:ext cx="1504336" cy="1569660"/>
            </a:xfrm>
            <a:prstGeom prst="rect">
              <a:avLst/>
            </a:prstGeom>
            <a:noFill/>
          </p:spPr>
          <p:txBody>
            <a:bodyPr wrap="square" rtlCol="0">
              <a:spAutoFit/>
            </a:bodyPr>
            <a:lstStyle/>
            <a:p>
              <a:r>
                <a:rPr lang="en-US" altLang="zh-CN" sz="4800" spc="300" dirty="0" smtClean="0">
                  <a:solidFill>
                    <a:schemeClr val="bg1"/>
                  </a:solidFill>
                </a:rPr>
                <a:t>QIA</a:t>
              </a:r>
              <a:endParaRPr lang="en-US" altLang="zh-CN" sz="4800" spc="300" dirty="0" smtClean="0">
                <a:solidFill>
                  <a:schemeClr val="bg1"/>
                </a:solidFill>
              </a:endParaRPr>
            </a:p>
            <a:p>
              <a:r>
                <a:rPr lang="en-US" altLang="zh-CN" sz="4800" spc="300" dirty="0" smtClean="0">
                  <a:solidFill>
                    <a:schemeClr val="bg1"/>
                  </a:solidFill>
                </a:rPr>
                <a:t>NYU</a:t>
              </a:r>
              <a:endParaRPr lang="zh-CN" altLang="en-US" sz="4800" spc="300" dirty="0">
                <a:solidFill>
                  <a:schemeClr val="bg1"/>
                </a:solidFill>
              </a:endParaRPr>
            </a:p>
          </p:txBody>
        </p:sp>
      </p:grpSp>
      <p:grpSp>
        <p:nvGrpSpPr>
          <p:cNvPr id="10" name="组合 9"/>
          <p:cNvGrpSpPr/>
          <p:nvPr/>
        </p:nvGrpSpPr>
        <p:grpSpPr>
          <a:xfrm>
            <a:off x="905699" y="2461690"/>
            <a:ext cx="1230630" cy="485775"/>
            <a:chOff x="6892290" y="2847500"/>
            <a:chExt cx="1230630" cy="485775"/>
          </a:xfrm>
          <a:effectLst>
            <a:outerShdw blurRad="50800" dist="38100" dir="2700000" algn="tl" rotWithShape="0">
              <a:prstClr val="black">
                <a:alpha val="40000"/>
              </a:prstClr>
            </a:outerShdw>
          </a:effectLst>
        </p:grpSpPr>
        <p:sp>
          <p:nvSpPr>
            <p:cNvPr id="11" name="平行四边形 10"/>
            <p:cNvSpPr/>
            <p:nvPr/>
          </p:nvSpPr>
          <p:spPr>
            <a:xfrm>
              <a:off x="6892290" y="2847500"/>
              <a:ext cx="1230630" cy="485775"/>
            </a:xfrm>
            <a:prstGeom prst="parallelogram">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949600" y="2921110"/>
              <a:ext cx="1116011" cy="338554"/>
            </a:xfrm>
            <a:prstGeom prst="rect">
              <a:avLst/>
            </a:prstGeom>
          </p:spPr>
          <p:txBody>
            <a:bodyPr wrap="none">
              <a:spAutoFit/>
            </a:bodyPr>
            <a:lstStyle/>
            <a:p>
              <a:r>
                <a:rPr lang="en-US" altLang="zh-CN" sz="1600" dirty="0">
                  <a:solidFill>
                    <a:schemeClr val="bg1"/>
                  </a:solidFill>
                </a:rPr>
                <a:t>PART ONE</a:t>
              </a:r>
              <a:endParaRPr lang="en-US" altLang="zh-CN" sz="1600" dirty="0">
                <a:solidFill>
                  <a:schemeClr val="bg1"/>
                </a:solidFill>
              </a:endParaRPr>
            </a:p>
          </p:txBody>
        </p:sp>
      </p:grpSp>
      <p:grpSp>
        <p:nvGrpSpPr>
          <p:cNvPr id="13" name="组合 12"/>
          <p:cNvGrpSpPr/>
          <p:nvPr/>
        </p:nvGrpSpPr>
        <p:grpSpPr>
          <a:xfrm>
            <a:off x="707739" y="4022242"/>
            <a:ext cx="1230630" cy="485775"/>
            <a:chOff x="6892290" y="2847500"/>
            <a:chExt cx="1230630" cy="485775"/>
          </a:xfrm>
          <a:effectLst>
            <a:outerShdw blurRad="50800" dist="38100" dir="2700000" algn="tl" rotWithShape="0">
              <a:prstClr val="black">
                <a:alpha val="40000"/>
              </a:prstClr>
            </a:outerShdw>
          </a:effectLst>
        </p:grpSpPr>
        <p:sp>
          <p:nvSpPr>
            <p:cNvPr id="14" name="平行四边形 13"/>
            <p:cNvSpPr/>
            <p:nvPr/>
          </p:nvSpPr>
          <p:spPr>
            <a:xfrm>
              <a:off x="6892290" y="2847500"/>
              <a:ext cx="1230630" cy="485775"/>
            </a:xfrm>
            <a:prstGeom prst="parallelogram">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949600" y="2921110"/>
              <a:ext cx="1157689" cy="338554"/>
            </a:xfrm>
            <a:prstGeom prst="rect">
              <a:avLst/>
            </a:prstGeom>
          </p:spPr>
          <p:txBody>
            <a:bodyPr wrap="none">
              <a:spAutoFit/>
            </a:bodyPr>
            <a:lstStyle/>
            <a:p>
              <a:r>
                <a:rPr lang="en-US" altLang="zh-CN" sz="1600" dirty="0">
                  <a:solidFill>
                    <a:schemeClr val="bg1"/>
                  </a:solidFill>
                </a:rPr>
                <a:t>PART </a:t>
              </a:r>
              <a:r>
                <a:rPr lang="en-US" altLang="zh-CN" sz="1600" dirty="0" smtClean="0">
                  <a:solidFill>
                    <a:schemeClr val="bg1"/>
                  </a:solidFill>
                </a:rPr>
                <a:t>TWO</a:t>
              </a:r>
              <a:endParaRPr lang="en-US" altLang="zh-CN" sz="1600" dirty="0">
                <a:solidFill>
                  <a:schemeClr val="bg1"/>
                </a:solidFill>
              </a:endParaRPr>
            </a:p>
          </p:txBody>
        </p:sp>
      </p:grpSp>
      <p:sp>
        <p:nvSpPr>
          <p:cNvPr id="16" name="矩形 15"/>
          <p:cNvSpPr/>
          <p:nvPr/>
        </p:nvSpPr>
        <p:spPr>
          <a:xfrm>
            <a:off x="809878" y="3063462"/>
            <a:ext cx="4199761" cy="707886"/>
          </a:xfrm>
          <a:prstGeom prst="rect">
            <a:avLst/>
          </a:prstGeom>
        </p:spPr>
        <p:txBody>
          <a:bodyPr wrap="square">
            <a:spAutoFit/>
          </a:bodyPr>
          <a:lstStyle/>
          <a:p>
            <a:pPr algn="just"/>
            <a:r>
              <a:rPr lang="en-US" altLang="zh-CN" sz="800" spc="300" dirty="0" err="1" smtClean="0">
                <a:latin typeface="造字工房悦黑体验版纤细体" pitchFamily="50" charset="-122"/>
                <a:ea typeface="造字工房悦黑体验版纤细体" pitchFamily="50" charset="-122"/>
              </a:rPr>
              <a:t>Qianyu</a:t>
            </a:r>
            <a:r>
              <a:rPr lang="en-US" altLang="zh-CN" sz="800" spc="300" dirty="0" smtClean="0">
                <a:latin typeface="造字工房悦黑体验版纤细体" pitchFamily="50" charset="-122"/>
                <a:ea typeface="造字工房悦黑体验版纤细体" pitchFamily="50" charset="-122"/>
              </a:rPr>
              <a:t> </a:t>
            </a:r>
            <a:r>
              <a:rPr lang="en-US" altLang="zh-CN" sz="800" spc="300" dirty="0" err="1" smtClean="0">
                <a:latin typeface="造字工房悦黑体验版纤细体" pitchFamily="50" charset="-122"/>
                <a:ea typeface="造字工房悦黑体验版纤细体" pitchFamily="50" charset="-122"/>
              </a:rPr>
              <a:t>ppt</a:t>
            </a:r>
            <a:r>
              <a:rPr lang="en-US" altLang="zh-CN" sz="800" spc="300" dirty="0" smtClean="0">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latin typeface="造字工房悦黑体验版纤细体" pitchFamily="50" charset="-122"/>
              <a:ea typeface="造字工房悦黑体验版纤细体" pitchFamily="50" charset="-122"/>
            </a:endParaRPr>
          </a:p>
        </p:txBody>
      </p:sp>
      <p:sp>
        <p:nvSpPr>
          <p:cNvPr id="17" name="矩形 16"/>
          <p:cNvSpPr/>
          <p:nvPr/>
        </p:nvSpPr>
        <p:spPr>
          <a:xfrm>
            <a:off x="719009" y="4623393"/>
            <a:ext cx="4199761" cy="707886"/>
          </a:xfrm>
          <a:prstGeom prst="rect">
            <a:avLst/>
          </a:prstGeom>
        </p:spPr>
        <p:txBody>
          <a:bodyPr wrap="square">
            <a:spAutoFit/>
          </a:bodyPr>
          <a:lstStyle/>
          <a:p>
            <a:pPr algn="just"/>
            <a:r>
              <a:rPr lang="en-US" altLang="zh-CN" sz="800" spc="300" dirty="0" err="1" smtClean="0">
                <a:latin typeface="造字工房悦黑体验版纤细体" pitchFamily="50" charset="-122"/>
                <a:ea typeface="造字工房悦黑体验版纤细体" pitchFamily="50" charset="-122"/>
              </a:rPr>
              <a:t>Qianyu</a:t>
            </a:r>
            <a:r>
              <a:rPr lang="en-US" altLang="zh-CN" sz="800" spc="300" dirty="0" smtClean="0">
                <a:latin typeface="造字工房悦黑体验版纤细体" pitchFamily="50" charset="-122"/>
                <a:ea typeface="造字工房悦黑体验版纤细体" pitchFamily="50" charset="-122"/>
              </a:rPr>
              <a:t> </a:t>
            </a:r>
            <a:r>
              <a:rPr lang="en-US" altLang="zh-CN" sz="800" spc="300" dirty="0" err="1" smtClean="0">
                <a:latin typeface="造字工房悦黑体验版纤细体" pitchFamily="50" charset="-122"/>
                <a:ea typeface="造字工房悦黑体验版纤细体" pitchFamily="50" charset="-122"/>
              </a:rPr>
              <a:t>ppt</a:t>
            </a:r>
            <a:r>
              <a:rPr lang="en-US" altLang="zh-CN" sz="800" spc="300" dirty="0" smtClean="0">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5581650" y="2781300"/>
            <a:ext cx="571500" cy="4095750"/>
          </a:xfrm>
          <a:custGeom>
            <a:avLst/>
            <a:gdLst>
              <a:gd name="connsiteX0" fmla="*/ 457200 w 571500"/>
              <a:gd name="connsiteY0" fmla="*/ 0 h 4000500"/>
              <a:gd name="connsiteX1" fmla="*/ 0 w 571500"/>
              <a:gd name="connsiteY1" fmla="*/ 4000500 h 4000500"/>
              <a:gd name="connsiteX2" fmla="*/ 571500 w 571500"/>
              <a:gd name="connsiteY2" fmla="*/ 4000500 h 4000500"/>
              <a:gd name="connsiteX3" fmla="*/ 457200 w 571500"/>
              <a:gd name="connsiteY3" fmla="*/ 0 h 4000500"/>
              <a:gd name="connsiteX0-1" fmla="*/ 393700 w 571500"/>
              <a:gd name="connsiteY0-2" fmla="*/ 0 h 4095750"/>
              <a:gd name="connsiteX1-3" fmla="*/ 0 w 571500"/>
              <a:gd name="connsiteY1-4" fmla="*/ 4095750 h 4095750"/>
              <a:gd name="connsiteX2-5" fmla="*/ 571500 w 571500"/>
              <a:gd name="connsiteY2-6" fmla="*/ 4095750 h 4095750"/>
              <a:gd name="connsiteX3-7" fmla="*/ 393700 w 571500"/>
              <a:gd name="connsiteY3-8" fmla="*/ 0 h 4095750"/>
            </a:gdLst>
            <a:ahLst/>
            <a:cxnLst>
              <a:cxn ang="0">
                <a:pos x="connsiteX0-1" y="connsiteY0-2"/>
              </a:cxn>
              <a:cxn ang="0">
                <a:pos x="connsiteX1-3" y="connsiteY1-4"/>
              </a:cxn>
              <a:cxn ang="0">
                <a:pos x="connsiteX2-5" y="connsiteY2-6"/>
              </a:cxn>
              <a:cxn ang="0">
                <a:pos x="connsiteX3-7" y="connsiteY3-8"/>
              </a:cxn>
            </a:cxnLst>
            <a:rect l="l" t="t" r="r" b="b"/>
            <a:pathLst>
              <a:path w="571500" h="4095750">
                <a:moveTo>
                  <a:pt x="393700" y="0"/>
                </a:moveTo>
                <a:lnTo>
                  <a:pt x="0" y="4095750"/>
                </a:lnTo>
                <a:lnTo>
                  <a:pt x="571500" y="4095750"/>
                </a:lnTo>
                <a:lnTo>
                  <a:pt x="39370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p:nvSpPr>
        <p:spPr>
          <a:xfrm>
            <a:off x="5978525" y="2743200"/>
            <a:ext cx="688975" cy="4152900"/>
          </a:xfrm>
          <a:custGeom>
            <a:avLst/>
            <a:gdLst>
              <a:gd name="connsiteX0" fmla="*/ 0 w 619125"/>
              <a:gd name="connsiteY0" fmla="*/ 0 h 4038600"/>
              <a:gd name="connsiteX1" fmla="*/ 619125 w 619125"/>
              <a:gd name="connsiteY1" fmla="*/ 3048000 h 4038600"/>
              <a:gd name="connsiteX2" fmla="*/ 95250 w 619125"/>
              <a:gd name="connsiteY2" fmla="*/ 4038600 h 4038600"/>
              <a:gd name="connsiteX3" fmla="*/ 0 w 619125"/>
              <a:gd name="connsiteY3" fmla="*/ 0 h 4038600"/>
              <a:gd name="connsiteX0-1" fmla="*/ 0 w 682625"/>
              <a:gd name="connsiteY0-2" fmla="*/ 0 h 4152900"/>
              <a:gd name="connsiteX1-3" fmla="*/ 682625 w 682625"/>
              <a:gd name="connsiteY1-4" fmla="*/ 3162300 h 4152900"/>
              <a:gd name="connsiteX2-5" fmla="*/ 158750 w 682625"/>
              <a:gd name="connsiteY2-6" fmla="*/ 4152900 h 4152900"/>
              <a:gd name="connsiteX3-7" fmla="*/ 0 w 682625"/>
              <a:gd name="connsiteY3-8" fmla="*/ 0 h 4152900"/>
              <a:gd name="connsiteX0-9" fmla="*/ 0 w 688975"/>
              <a:gd name="connsiteY0-10" fmla="*/ 0 h 4152900"/>
              <a:gd name="connsiteX1-11" fmla="*/ 688975 w 688975"/>
              <a:gd name="connsiteY1-12" fmla="*/ 3162300 h 4152900"/>
              <a:gd name="connsiteX2-13" fmla="*/ 165100 w 688975"/>
              <a:gd name="connsiteY2-14" fmla="*/ 4152900 h 4152900"/>
              <a:gd name="connsiteX3-15" fmla="*/ 0 w 688975"/>
              <a:gd name="connsiteY3-16" fmla="*/ 0 h 4152900"/>
            </a:gdLst>
            <a:ahLst/>
            <a:cxnLst>
              <a:cxn ang="0">
                <a:pos x="connsiteX0-1" y="connsiteY0-2"/>
              </a:cxn>
              <a:cxn ang="0">
                <a:pos x="connsiteX1-3" y="connsiteY1-4"/>
              </a:cxn>
              <a:cxn ang="0">
                <a:pos x="connsiteX2-5" y="connsiteY2-6"/>
              </a:cxn>
              <a:cxn ang="0">
                <a:pos x="connsiteX3-7" y="connsiteY3-8"/>
              </a:cxn>
            </a:cxnLst>
            <a:rect l="l" t="t" r="r" b="b"/>
            <a:pathLst>
              <a:path w="688975" h="4152900">
                <a:moveTo>
                  <a:pt x="0" y="0"/>
                </a:moveTo>
                <a:lnTo>
                  <a:pt x="688975" y="3162300"/>
                </a:lnTo>
                <a:lnTo>
                  <a:pt x="165100" y="4152900"/>
                </a:lnTo>
                <a:lnTo>
                  <a:pt x="0" y="0"/>
                </a:lnTo>
                <a:close/>
              </a:path>
            </a:pathLst>
          </a:custGeom>
          <a:solidFill>
            <a:srgbClr val="DEDB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38100" y="-273051"/>
            <a:ext cx="1908176" cy="2724151"/>
            <a:chOff x="-38101" y="-273051"/>
            <a:chExt cx="1920875" cy="2727325"/>
          </a:xfrm>
          <a:effectLst>
            <a:outerShdw blurRad="50800" dist="38100" dir="2700000" algn="tl" rotWithShape="0">
              <a:prstClr val="black">
                <a:alpha val="40000"/>
              </a:prstClr>
            </a:outerShdw>
          </a:effectLst>
        </p:grpSpPr>
        <p:sp>
          <p:nvSpPr>
            <p:cNvPr id="4" name="任意多边形 3"/>
            <p:cNvSpPr/>
            <p:nvPr/>
          </p:nvSpPr>
          <p:spPr>
            <a:xfrm>
              <a:off x="-19050" y="-273051"/>
              <a:ext cx="1898650" cy="2720975"/>
            </a:xfrm>
            <a:custGeom>
              <a:avLst/>
              <a:gdLst>
                <a:gd name="connsiteX0" fmla="*/ 0 w 1943100"/>
                <a:gd name="connsiteY0" fmla="*/ 0 h 2628900"/>
                <a:gd name="connsiteX1" fmla="*/ 0 w 1943100"/>
                <a:gd name="connsiteY1" fmla="*/ 1333500 h 2628900"/>
                <a:gd name="connsiteX2" fmla="*/ 1943100 w 1943100"/>
                <a:gd name="connsiteY2" fmla="*/ 2628900 h 2628900"/>
                <a:gd name="connsiteX3" fmla="*/ 0 w 1943100"/>
                <a:gd name="connsiteY3" fmla="*/ 0 h 2628900"/>
                <a:gd name="connsiteX0-1" fmla="*/ 101600 w 1943100"/>
                <a:gd name="connsiteY0-2" fmla="*/ 0 h 2654300"/>
                <a:gd name="connsiteX1-3" fmla="*/ 0 w 1943100"/>
                <a:gd name="connsiteY1-4" fmla="*/ 1358900 h 2654300"/>
                <a:gd name="connsiteX2-5" fmla="*/ 1943100 w 1943100"/>
                <a:gd name="connsiteY2-6" fmla="*/ 2654300 h 2654300"/>
                <a:gd name="connsiteX3-7" fmla="*/ 101600 w 1943100"/>
                <a:gd name="connsiteY3-8" fmla="*/ 0 h 2654300"/>
                <a:gd name="connsiteX0-9" fmla="*/ 25400 w 1943100"/>
                <a:gd name="connsiteY0-10" fmla="*/ 0 h 2749550"/>
                <a:gd name="connsiteX1-11" fmla="*/ 0 w 1943100"/>
                <a:gd name="connsiteY1-12" fmla="*/ 1454150 h 2749550"/>
                <a:gd name="connsiteX2-13" fmla="*/ 1943100 w 1943100"/>
                <a:gd name="connsiteY2-14" fmla="*/ 2749550 h 2749550"/>
                <a:gd name="connsiteX3-15" fmla="*/ 25400 w 1943100"/>
                <a:gd name="connsiteY3-16" fmla="*/ 0 h 2749550"/>
                <a:gd name="connsiteX0-17" fmla="*/ 25400 w 1898650"/>
                <a:gd name="connsiteY0-18" fmla="*/ 0 h 2720975"/>
                <a:gd name="connsiteX1-19" fmla="*/ 0 w 1898650"/>
                <a:gd name="connsiteY1-20" fmla="*/ 1454150 h 2720975"/>
                <a:gd name="connsiteX2-21" fmla="*/ 1898650 w 1898650"/>
                <a:gd name="connsiteY2-22" fmla="*/ 2720975 h 2720975"/>
                <a:gd name="connsiteX3-23" fmla="*/ 25400 w 1898650"/>
                <a:gd name="connsiteY3-24" fmla="*/ 0 h 2720975"/>
              </a:gdLst>
              <a:ahLst/>
              <a:cxnLst>
                <a:cxn ang="0">
                  <a:pos x="connsiteX0-1" y="connsiteY0-2"/>
                </a:cxn>
                <a:cxn ang="0">
                  <a:pos x="connsiteX1-3" y="connsiteY1-4"/>
                </a:cxn>
                <a:cxn ang="0">
                  <a:pos x="connsiteX2-5" y="connsiteY2-6"/>
                </a:cxn>
                <a:cxn ang="0">
                  <a:pos x="connsiteX3-7" y="connsiteY3-8"/>
                </a:cxn>
              </a:cxnLst>
              <a:rect l="l" t="t" r="r" b="b"/>
              <a:pathLst>
                <a:path w="1898650" h="2720975">
                  <a:moveTo>
                    <a:pt x="25400" y="0"/>
                  </a:moveTo>
                  <a:lnTo>
                    <a:pt x="0" y="1454150"/>
                  </a:lnTo>
                  <a:lnTo>
                    <a:pt x="1898650" y="2720975"/>
                  </a:lnTo>
                  <a:lnTo>
                    <a:pt x="25400" y="0"/>
                  </a:lnTo>
                  <a:close/>
                </a:path>
              </a:pathLst>
            </a:custGeom>
            <a:solidFill>
              <a:srgbClr val="DEDB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38101" y="1174749"/>
              <a:ext cx="1920875" cy="1279525"/>
            </a:xfrm>
            <a:custGeom>
              <a:avLst/>
              <a:gdLst>
                <a:gd name="connsiteX0" fmla="*/ 6350 w 1974850"/>
                <a:gd name="connsiteY0" fmla="*/ 0 h 1314450"/>
                <a:gd name="connsiteX1" fmla="*/ 0 w 1974850"/>
                <a:gd name="connsiteY1" fmla="*/ 336550 h 1314450"/>
                <a:gd name="connsiteX2" fmla="*/ 1974850 w 1974850"/>
                <a:gd name="connsiteY2" fmla="*/ 1314450 h 1314450"/>
                <a:gd name="connsiteX3" fmla="*/ 6350 w 1974850"/>
                <a:gd name="connsiteY3" fmla="*/ 0 h 1314450"/>
                <a:gd name="connsiteX0-1" fmla="*/ 6350 w 1920875"/>
                <a:gd name="connsiteY0-2" fmla="*/ 0 h 1279525"/>
                <a:gd name="connsiteX1-3" fmla="*/ 0 w 1920875"/>
                <a:gd name="connsiteY1-4" fmla="*/ 336550 h 1279525"/>
                <a:gd name="connsiteX2-5" fmla="*/ 1920875 w 1920875"/>
                <a:gd name="connsiteY2-6" fmla="*/ 1279525 h 1279525"/>
                <a:gd name="connsiteX3-7" fmla="*/ 6350 w 1920875"/>
                <a:gd name="connsiteY3-8" fmla="*/ 0 h 1279525"/>
              </a:gdLst>
              <a:ahLst/>
              <a:cxnLst>
                <a:cxn ang="0">
                  <a:pos x="connsiteX0-1" y="connsiteY0-2"/>
                </a:cxn>
                <a:cxn ang="0">
                  <a:pos x="connsiteX1-3" y="connsiteY1-4"/>
                </a:cxn>
                <a:cxn ang="0">
                  <a:pos x="connsiteX2-5" y="connsiteY2-6"/>
                </a:cxn>
                <a:cxn ang="0">
                  <a:pos x="connsiteX3-7" y="connsiteY3-8"/>
                </a:cxn>
              </a:cxnLst>
              <a:rect l="l" t="t" r="r" b="b"/>
              <a:pathLst>
                <a:path w="1920875" h="1279525">
                  <a:moveTo>
                    <a:pt x="6350" y="0"/>
                  </a:moveTo>
                  <a:lnTo>
                    <a:pt x="0" y="336550"/>
                  </a:lnTo>
                  <a:lnTo>
                    <a:pt x="1920875" y="1279525"/>
                  </a:lnTo>
                  <a:lnTo>
                    <a:pt x="635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任意多边形 2"/>
          <p:cNvSpPr/>
          <p:nvPr/>
        </p:nvSpPr>
        <p:spPr>
          <a:xfrm>
            <a:off x="171449" y="-57150"/>
            <a:ext cx="12107637" cy="3409950"/>
          </a:xfrm>
          <a:custGeom>
            <a:avLst/>
            <a:gdLst>
              <a:gd name="connsiteX0" fmla="*/ 0 w 12039600"/>
              <a:gd name="connsiteY0" fmla="*/ 19050 h 3409950"/>
              <a:gd name="connsiteX1" fmla="*/ 1695450 w 12039600"/>
              <a:gd name="connsiteY1" fmla="*/ 2514600 h 3409950"/>
              <a:gd name="connsiteX2" fmla="*/ 12001500 w 12039600"/>
              <a:gd name="connsiteY2" fmla="*/ 3409950 h 3409950"/>
              <a:gd name="connsiteX3" fmla="*/ 12039600 w 12039600"/>
              <a:gd name="connsiteY3" fmla="*/ 0 h 3409950"/>
              <a:gd name="connsiteX4" fmla="*/ 0 w 12039600"/>
              <a:gd name="connsiteY4" fmla="*/ 19050 h 3409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0" h="3409950">
                <a:moveTo>
                  <a:pt x="0" y="19050"/>
                </a:moveTo>
                <a:lnTo>
                  <a:pt x="1695450" y="2514600"/>
                </a:lnTo>
                <a:lnTo>
                  <a:pt x="12001500" y="3409950"/>
                </a:lnTo>
                <a:lnTo>
                  <a:pt x="12039600" y="0"/>
                </a:lnTo>
                <a:lnTo>
                  <a:pt x="0" y="19050"/>
                </a:lnTo>
                <a:close/>
              </a:path>
            </a:pathLst>
          </a:custGeom>
          <a:solidFill>
            <a:srgbClr val="E5007F"/>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5995466" y="-29497"/>
            <a:ext cx="6292400" cy="6931742"/>
          </a:xfrm>
          <a:custGeom>
            <a:avLst/>
            <a:gdLst>
              <a:gd name="connsiteX0" fmla="*/ 0 w 6902245"/>
              <a:gd name="connsiteY0" fmla="*/ 0 h 6990736"/>
              <a:gd name="connsiteX1" fmla="*/ 1563329 w 6902245"/>
              <a:gd name="connsiteY1" fmla="*/ 6990736 h 6990736"/>
              <a:gd name="connsiteX2" fmla="*/ 6902245 w 6902245"/>
              <a:gd name="connsiteY2" fmla="*/ 6961239 h 6990736"/>
              <a:gd name="connsiteX3" fmla="*/ 6872749 w 6902245"/>
              <a:gd name="connsiteY3" fmla="*/ 29497 h 6990736"/>
              <a:gd name="connsiteX4" fmla="*/ 0 w 6902245"/>
              <a:gd name="connsiteY4" fmla="*/ 0 h 6990736"/>
              <a:gd name="connsiteX0-1" fmla="*/ 0 w 6902245"/>
              <a:gd name="connsiteY0-2" fmla="*/ 0 h 6961239"/>
              <a:gd name="connsiteX1-3" fmla="*/ 1544279 w 6902245"/>
              <a:gd name="connsiteY1-4" fmla="*/ 6914536 h 6961239"/>
              <a:gd name="connsiteX2-5" fmla="*/ 6902245 w 6902245"/>
              <a:gd name="connsiteY2-6" fmla="*/ 6961239 h 6961239"/>
              <a:gd name="connsiteX3-7" fmla="*/ 6872749 w 6902245"/>
              <a:gd name="connsiteY3-8" fmla="*/ 29497 h 6961239"/>
              <a:gd name="connsiteX4-9" fmla="*/ 0 w 6902245"/>
              <a:gd name="connsiteY4-10" fmla="*/ 0 h 6961239"/>
              <a:gd name="connsiteX0-11" fmla="*/ 0 w 6253316"/>
              <a:gd name="connsiteY0-12" fmla="*/ 2802193 h 6931742"/>
              <a:gd name="connsiteX1-13" fmla="*/ 895350 w 6253316"/>
              <a:gd name="connsiteY1-14" fmla="*/ 6885039 h 6931742"/>
              <a:gd name="connsiteX2-15" fmla="*/ 6253316 w 6253316"/>
              <a:gd name="connsiteY2-16" fmla="*/ 6931742 h 6931742"/>
              <a:gd name="connsiteX3-17" fmla="*/ 6223820 w 6253316"/>
              <a:gd name="connsiteY3-18" fmla="*/ 0 h 6931742"/>
              <a:gd name="connsiteX4-19" fmla="*/ 0 w 6253316"/>
              <a:gd name="connsiteY4-20" fmla="*/ 2802193 h 6931742"/>
              <a:gd name="connsiteX0-21" fmla="*/ 0 w 6245696"/>
              <a:gd name="connsiteY0-22" fmla="*/ 2809813 h 6931742"/>
              <a:gd name="connsiteX1-23" fmla="*/ 887730 w 6245696"/>
              <a:gd name="connsiteY1-24" fmla="*/ 6885039 h 6931742"/>
              <a:gd name="connsiteX2-25" fmla="*/ 6245696 w 6245696"/>
              <a:gd name="connsiteY2-26" fmla="*/ 6931742 h 6931742"/>
              <a:gd name="connsiteX3-27" fmla="*/ 6216200 w 6245696"/>
              <a:gd name="connsiteY3-28" fmla="*/ 0 h 6931742"/>
              <a:gd name="connsiteX4-29" fmla="*/ 0 w 6245696"/>
              <a:gd name="connsiteY4-30" fmla="*/ 2809813 h 6931742"/>
              <a:gd name="connsiteX0-31" fmla="*/ 0 w 6292400"/>
              <a:gd name="connsiteY0-32" fmla="*/ 2809813 h 6931742"/>
              <a:gd name="connsiteX1-33" fmla="*/ 887730 w 6292400"/>
              <a:gd name="connsiteY1-34" fmla="*/ 6885039 h 6931742"/>
              <a:gd name="connsiteX2-35" fmla="*/ 6245696 w 6292400"/>
              <a:gd name="connsiteY2-36" fmla="*/ 6931742 h 6931742"/>
              <a:gd name="connsiteX3-37" fmla="*/ 6292400 w 6292400"/>
              <a:gd name="connsiteY3-38" fmla="*/ 0 h 6931742"/>
              <a:gd name="connsiteX4-39" fmla="*/ 0 w 6292400"/>
              <a:gd name="connsiteY4-40" fmla="*/ 2809813 h 693174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292400" h="6931742">
                <a:moveTo>
                  <a:pt x="0" y="2809813"/>
                </a:moveTo>
                <a:lnTo>
                  <a:pt x="887730" y="6885039"/>
                </a:lnTo>
                <a:lnTo>
                  <a:pt x="6245696" y="6931742"/>
                </a:lnTo>
                <a:lnTo>
                  <a:pt x="6292400" y="0"/>
                </a:lnTo>
                <a:lnTo>
                  <a:pt x="0" y="2809813"/>
                </a:lnTo>
                <a:close/>
              </a:path>
            </a:pathLst>
          </a:cu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a:xfrm>
            <a:off x="6096000" y="5848350"/>
            <a:ext cx="6153150" cy="1066800"/>
          </a:xfrm>
          <a:custGeom>
            <a:avLst/>
            <a:gdLst>
              <a:gd name="connsiteX0" fmla="*/ 0 w 6153150"/>
              <a:gd name="connsiteY0" fmla="*/ 1028700 h 1066800"/>
              <a:gd name="connsiteX1" fmla="*/ 552450 w 6153150"/>
              <a:gd name="connsiteY1" fmla="*/ 0 h 1066800"/>
              <a:gd name="connsiteX2" fmla="*/ 6153150 w 6153150"/>
              <a:gd name="connsiteY2" fmla="*/ 76200 h 1066800"/>
              <a:gd name="connsiteX3" fmla="*/ 6134100 w 6153150"/>
              <a:gd name="connsiteY3" fmla="*/ 1066800 h 1066800"/>
              <a:gd name="connsiteX4" fmla="*/ 0 w 6153150"/>
              <a:gd name="connsiteY4" fmla="*/ 1028700 h 106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3150" h="1066800">
                <a:moveTo>
                  <a:pt x="0" y="1028700"/>
                </a:moveTo>
                <a:lnTo>
                  <a:pt x="552450" y="0"/>
                </a:lnTo>
                <a:lnTo>
                  <a:pt x="6153150" y="76200"/>
                </a:lnTo>
                <a:lnTo>
                  <a:pt x="6134100" y="1066800"/>
                </a:lnTo>
                <a:lnTo>
                  <a:pt x="0" y="1028700"/>
                </a:lnTo>
                <a:close/>
              </a:path>
            </a:pathLst>
          </a:custGeom>
          <a:solidFill>
            <a:schemeClr val="tx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rot="14916702">
            <a:off x="8564810" y="-2462163"/>
            <a:ext cx="986602" cy="7009579"/>
          </a:xfrm>
          <a:custGeom>
            <a:avLst/>
            <a:gdLst>
              <a:gd name="connsiteX0" fmla="*/ 0 w 619125"/>
              <a:gd name="connsiteY0" fmla="*/ 0 h 4038600"/>
              <a:gd name="connsiteX1" fmla="*/ 619125 w 619125"/>
              <a:gd name="connsiteY1" fmla="*/ 3048000 h 4038600"/>
              <a:gd name="connsiteX2" fmla="*/ 95250 w 619125"/>
              <a:gd name="connsiteY2" fmla="*/ 4038600 h 4038600"/>
              <a:gd name="connsiteX3" fmla="*/ 0 w 619125"/>
              <a:gd name="connsiteY3" fmla="*/ 0 h 4038600"/>
              <a:gd name="connsiteX0-1" fmla="*/ 0 w 682625"/>
              <a:gd name="connsiteY0-2" fmla="*/ 0 h 4152900"/>
              <a:gd name="connsiteX1-3" fmla="*/ 682625 w 682625"/>
              <a:gd name="connsiteY1-4" fmla="*/ 3162300 h 4152900"/>
              <a:gd name="connsiteX2-5" fmla="*/ 158750 w 682625"/>
              <a:gd name="connsiteY2-6" fmla="*/ 4152900 h 4152900"/>
              <a:gd name="connsiteX3-7" fmla="*/ 0 w 682625"/>
              <a:gd name="connsiteY3-8" fmla="*/ 0 h 4152900"/>
              <a:gd name="connsiteX0-9" fmla="*/ 0 w 688975"/>
              <a:gd name="connsiteY0-10" fmla="*/ 0 h 4152900"/>
              <a:gd name="connsiteX1-11" fmla="*/ 688975 w 688975"/>
              <a:gd name="connsiteY1-12" fmla="*/ 3162300 h 4152900"/>
              <a:gd name="connsiteX2-13" fmla="*/ 165100 w 688975"/>
              <a:gd name="connsiteY2-14" fmla="*/ 4152900 h 4152900"/>
              <a:gd name="connsiteX3-15" fmla="*/ 0 w 688975"/>
              <a:gd name="connsiteY3-16" fmla="*/ 0 h 4152900"/>
              <a:gd name="connsiteX0-17" fmla="*/ 0 w 801074"/>
              <a:gd name="connsiteY0-18" fmla="*/ 0 h 4160708"/>
              <a:gd name="connsiteX1-19" fmla="*/ 801074 w 801074"/>
              <a:gd name="connsiteY1-20" fmla="*/ 3170108 h 4160708"/>
              <a:gd name="connsiteX2-21" fmla="*/ 277199 w 801074"/>
              <a:gd name="connsiteY2-22" fmla="*/ 4160708 h 4160708"/>
              <a:gd name="connsiteX3-23" fmla="*/ 0 w 801074"/>
              <a:gd name="connsiteY3-24" fmla="*/ 0 h 4160708"/>
            </a:gdLst>
            <a:ahLst/>
            <a:cxnLst>
              <a:cxn ang="0">
                <a:pos x="connsiteX0-1" y="connsiteY0-2"/>
              </a:cxn>
              <a:cxn ang="0">
                <a:pos x="connsiteX1-3" y="connsiteY1-4"/>
              </a:cxn>
              <a:cxn ang="0">
                <a:pos x="connsiteX2-5" y="connsiteY2-6"/>
              </a:cxn>
              <a:cxn ang="0">
                <a:pos x="connsiteX3-7" y="connsiteY3-8"/>
              </a:cxn>
            </a:cxnLst>
            <a:rect l="l" t="t" r="r" b="b"/>
            <a:pathLst>
              <a:path w="801074" h="4160708">
                <a:moveTo>
                  <a:pt x="0" y="0"/>
                </a:moveTo>
                <a:lnTo>
                  <a:pt x="801074" y="3170108"/>
                </a:lnTo>
                <a:lnTo>
                  <a:pt x="277199" y="4160708"/>
                </a:lnTo>
                <a:lnTo>
                  <a:pt x="0" y="0"/>
                </a:lnTo>
                <a:close/>
              </a:path>
            </a:pathLst>
          </a:custGeom>
          <a:solidFill>
            <a:srgbClr val="DEDBE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361895" y="589540"/>
            <a:ext cx="4772460" cy="830997"/>
          </a:xfrm>
          <a:prstGeom prst="rect">
            <a:avLst/>
          </a:prstGeom>
        </p:spPr>
        <p:txBody>
          <a:bodyPr wrap="none">
            <a:spAutoFit/>
          </a:bodyPr>
          <a:lstStyle/>
          <a:p>
            <a:r>
              <a:rPr lang="en-US" altLang="zh-CN" sz="4800" b="1" dirty="0">
                <a:solidFill>
                  <a:schemeClr val="bg1"/>
                </a:solidFill>
              </a:rPr>
              <a:t>ADD TITLE HERE</a:t>
            </a:r>
            <a:endParaRPr lang="en-US" altLang="zh-CN" sz="4800" b="1" dirty="0">
              <a:solidFill>
                <a:schemeClr val="bg1"/>
              </a:solidFill>
            </a:endParaRPr>
          </a:p>
        </p:txBody>
      </p:sp>
      <p:sp>
        <p:nvSpPr>
          <p:cNvPr id="16" name="矩形 15"/>
          <p:cNvSpPr/>
          <p:nvPr/>
        </p:nvSpPr>
        <p:spPr>
          <a:xfrm>
            <a:off x="2387295" y="1384903"/>
            <a:ext cx="4696260" cy="261610"/>
          </a:xfrm>
          <a:prstGeom prst="rect">
            <a:avLst/>
          </a:prstGeom>
        </p:spPr>
        <p:txBody>
          <a:bodyPr wrap="square">
            <a:spAutoFit/>
          </a:bodyPr>
          <a:lstStyle/>
          <a:p>
            <a:pPr algn="just"/>
            <a:r>
              <a:rPr lang="en-US" altLang="zh-CN" sz="1100" spc="300" dirty="0" smtClean="0">
                <a:solidFill>
                  <a:schemeClr val="bg1"/>
                </a:solidFill>
                <a:latin typeface="造字工房悦黑体验版纤细体" pitchFamily="50" charset="-122"/>
                <a:ea typeface="造字工房悦黑体验版纤细体" pitchFamily="50" charset="-122"/>
              </a:rPr>
              <a:t>COPY OR WRITE YOUR TEXT AND PASTE IT HERE</a:t>
            </a:r>
            <a:endParaRPr lang="zh-CN" altLang="en-US" sz="1100" spc="300" dirty="0">
              <a:solidFill>
                <a:schemeClr val="bg1"/>
              </a:solidFill>
              <a:latin typeface="造字工房悦黑体验版纤细体" pitchFamily="50" charset="-122"/>
              <a:ea typeface="造字工房悦黑体验版纤细体" pitchFamily="50" charset="-122"/>
            </a:endParaRPr>
          </a:p>
        </p:txBody>
      </p:sp>
      <p:sp>
        <p:nvSpPr>
          <p:cNvPr id="17" name="矩形 16"/>
          <p:cNvSpPr/>
          <p:nvPr/>
        </p:nvSpPr>
        <p:spPr>
          <a:xfrm>
            <a:off x="690566" y="4563837"/>
            <a:ext cx="4736840" cy="1015663"/>
          </a:xfrm>
          <a:prstGeom prst="rect">
            <a:avLst/>
          </a:prstGeom>
        </p:spPr>
        <p:txBody>
          <a:bodyPr wrap="square">
            <a:spAutoFit/>
          </a:bodyPr>
          <a:lstStyle/>
          <a:p>
            <a:pPr>
              <a:lnSpc>
                <a:spcPct val="150000"/>
              </a:lnSpc>
            </a:pPr>
            <a:r>
              <a:rPr lang="en-US" altLang="zh-CN" sz="800" spc="300" dirty="0" err="1" smtClean="0">
                <a:latin typeface="造字工房悦黑体验版纤细体" pitchFamily="50" charset="-122"/>
                <a:ea typeface="造字工房悦黑体验版纤细体" pitchFamily="50" charset="-122"/>
              </a:rPr>
              <a:t>Qianyu</a:t>
            </a:r>
            <a:r>
              <a:rPr lang="en-US" altLang="zh-CN" sz="800" spc="300" dirty="0" smtClean="0">
                <a:latin typeface="造字工房悦黑体验版纤细体" pitchFamily="50" charset="-122"/>
                <a:ea typeface="造字工房悦黑体验版纤细体" pitchFamily="50" charset="-122"/>
              </a:rPr>
              <a:t> </a:t>
            </a:r>
            <a:r>
              <a:rPr lang="en-US" altLang="zh-CN" sz="800" spc="300" dirty="0" err="1" smtClean="0">
                <a:latin typeface="造字工房悦黑体验版纤细体" pitchFamily="50" charset="-122"/>
                <a:ea typeface="造字工房悦黑体验版纤细体" pitchFamily="50" charset="-122"/>
              </a:rPr>
              <a:t>ppt</a:t>
            </a:r>
            <a:r>
              <a:rPr lang="en-US" altLang="zh-CN" sz="800" spc="300" dirty="0" smtClean="0">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latin typeface="造字工房悦黑体验版纤细体" pitchFamily="50" charset="-122"/>
              <a:ea typeface="造字工房悦黑体验版纤细体" pitchFamily="50" charset="-122"/>
            </a:endParaRPr>
          </a:p>
        </p:txBody>
      </p:sp>
      <p:sp>
        <p:nvSpPr>
          <p:cNvPr id="18" name="矩形 17"/>
          <p:cNvSpPr/>
          <p:nvPr/>
        </p:nvSpPr>
        <p:spPr>
          <a:xfrm>
            <a:off x="650623" y="4115566"/>
            <a:ext cx="3218700" cy="246221"/>
          </a:xfrm>
          <a:prstGeom prst="rect">
            <a:avLst/>
          </a:prstGeom>
        </p:spPr>
        <p:txBody>
          <a:bodyPr wrap="square">
            <a:spAutoFit/>
          </a:bodyPr>
          <a:lstStyle/>
          <a:p>
            <a:pPr algn="just"/>
            <a:r>
              <a:rPr lang="en-US" altLang="zh-CN" sz="1000" dirty="0" smtClean="0">
                <a:solidFill>
                  <a:srgbClr val="BFBFBF"/>
                </a:solidFill>
                <a:latin typeface="造字工房悦黑体验版纤细体" pitchFamily="50" charset="-122"/>
                <a:ea typeface="造字工房悦黑体验版纤细体" pitchFamily="50" charset="-122"/>
              </a:rPr>
              <a:t>COPY OR WRITE YOUR TEXT AND PASTE IT HERE</a:t>
            </a:r>
            <a:endParaRPr lang="zh-CN" altLang="en-US" sz="1000" dirty="0">
              <a:solidFill>
                <a:srgbClr val="BFBFBF"/>
              </a:solidFill>
              <a:latin typeface="造字工房悦黑体验版纤细体" pitchFamily="50" charset="-122"/>
              <a:ea typeface="造字工房悦黑体验版纤细体" pitchFamily="50" charset="-122"/>
            </a:endParaRPr>
          </a:p>
        </p:txBody>
      </p:sp>
      <p:sp>
        <p:nvSpPr>
          <p:cNvPr id="20" name="矩形 19"/>
          <p:cNvSpPr/>
          <p:nvPr/>
        </p:nvSpPr>
        <p:spPr>
          <a:xfrm>
            <a:off x="656389" y="3513131"/>
            <a:ext cx="4381328" cy="584775"/>
          </a:xfrm>
          <a:prstGeom prst="rect">
            <a:avLst/>
          </a:prstGeom>
        </p:spPr>
        <p:txBody>
          <a:bodyPr wrap="none">
            <a:spAutoFit/>
          </a:bodyPr>
          <a:lstStyle/>
          <a:p>
            <a:r>
              <a:rPr lang="en-US" altLang="zh-CN" sz="3200" b="1" dirty="0"/>
              <a:t>ADD </a:t>
            </a:r>
            <a:r>
              <a:rPr lang="en-US" altLang="zh-CN" sz="3200" b="1" dirty="0" smtClean="0"/>
              <a:t>YOUR TEXT HERE</a:t>
            </a:r>
            <a:endParaRPr lang="en-US" altLang="zh-CN" sz="3200" b="1" dirty="0"/>
          </a:p>
        </p:txBody>
      </p:sp>
      <p:grpSp>
        <p:nvGrpSpPr>
          <p:cNvPr id="21" name="组合 20"/>
          <p:cNvGrpSpPr/>
          <p:nvPr/>
        </p:nvGrpSpPr>
        <p:grpSpPr>
          <a:xfrm>
            <a:off x="8470197" y="3046010"/>
            <a:ext cx="1825624" cy="1825624"/>
            <a:chOff x="8229600" y="1362997"/>
            <a:chExt cx="1825624" cy="1825624"/>
          </a:xfrm>
          <a:effectLst>
            <a:outerShdw blurRad="50800" dist="38100" dir="5400000" algn="t" rotWithShape="0">
              <a:prstClr val="black">
                <a:alpha val="40000"/>
              </a:prstClr>
            </a:outerShdw>
          </a:effectLst>
        </p:grpSpPr>
        <p:sp>
          <p:nvSpPr>
            <p:cNvPr id="22" name="矩形 21"/>
            <p:cNvSpPr/>
            <p:nvPr/>
          </p:nvSpPr>
          <p:spPr>
            <a:xfrm>
              <a:off x="8229600" y="1362997"/>
              <a:ext cx="1825624" cy="182562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8436077" y="1504335"/>
              <a:ext cx="1504336" cy="1569660"/>
            </a:xfrm>
            <a:prstGeom prst="rect">
              <a:avLst/>
            </a:prstGeom>
            <a:noFill/>
          </p:spPr>
          <p:txBody>
            <a:bodyPr wrap="square" rtlCol="0">
              <a:spAutoFit/>
            </a:bodyPr>
            <a:lstStyle/>
            <a:p>
              <a:r>
                <a:rPr lang="en-US" altLang="zh-CN" sz="4800" spc="300" dirty="0" smtClean="0">
                  <a:solidFill>
                    <a:schemeClr val="bg1"/>
                  </a:solidFill>
                </a:rPr>
                <a:t>QIA</a:t>
              </a:r>
              <a:endParaRPr lang="en-US" altLang="zh-CN" sz="4800" spc="300" dirty="0" smtClean="0">
                <a:solidFill>
                  <a:schemeClr val="bg1"/>
                </a:solidFill>
              </a:endParaRPr>
            </a:p>
            <a:p>
              <a:r>
                <a:rPr lang="en-US" altLang="zh-CN" sz="4800" spc="300" dirty="0" smtClean="0">
                  <a:solidFill>
                    <a:schemeClr val="bg1"/>
                  </a:solidFill>
                </a:rPr>
                <a:t>NYU</a:t>
              </a:r>
              <a:endParaRPr lang="zh-CN" altLang="en-US" sz="4800" spc="300" dirty="0">
                <a:solidFill>
                  <a:schemeClr val="bg1"/>
                </a:solidFill>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3" name="任意多边形 2"/>
          <p:cNvSpPr/>
          <p:nvPr/>
        </p:nvSpPr>
        <p:spPr>
          <a:xfrm>
            <a:off x="-114300" y="1943100"/>
            <a:ext cx="3771900" cy="3048000"/>
          </a:xfrm>
          <a:custGeom>
            <a:avLst/>
            <a:gdLst>
              <a:gd name="connsiteX0" fmla="*/ 0 w 3771900"/>
              <a:gd name="connsiteY0" fmla="*/ 0 h 3048000"/>
              <a:gd name="connsiteX1" fmla="*/ 0 w 3771900"/>
              <a:gd name="connsiteY1" fmla="*/ 3048000 h 3048000"/>
              <a:gd name="connsiteX2" fmla="*/ 3771900 w 3771900"/>
              <a:gd name="connsiteY2" fmla="*/ 1219200 h 3048000"/>
              <a:gd name="connsiteX3" fmla="*/ 0 w 3771900"/>
              <a:gd name="connsiteY3" fmla="*/ 0 h 3048000"/>
            </a:gdLst>
            <a:ahLst/>
            <a:cxnLst>
              <a:cxn ang="0">
                <a:pos x="connsiteX0" y="connsiteY0"/>
              </a:cxn>
              <a:cxn ang="0">
                <a:pos x="connsiteX1" y="connsiteY1"/>
              </a:cxn>
              <a:cxn ang="0">
                <a:pos x="connsiteX2" y="connsiteY2"/>
              </a:cxn>
              <a:cxn ang="0">
                <a:pos x="connsiteX3" y="connsiteY3"/>
              </a:cxn>
            </a:cxnLst>
            <a:rect l="l" t="t" r="r" b="b"/>
            <a:pathLst>
              <a:path w="3771900" h="3048000">
                <a:moveTo>
                  <a:pt x="0" y="0"/>
                </a:moveTo>
                <a:lnTo>
                  <a:pt x="0" y="3048000"/>
                </a:lnTo>
                <a:lnTo>
                  <a:pt x="3771900" y="12192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4419600" y="2895600"/>
            <a:ext cx="7772400" cy="4000500"/>
          </a:xfrm>
          <a:custGeom>
            <a:avLst/>
            <a:gdLst>
              <a:gd name="connsiteX0" fmla="*/ 1752600 w 7772400"/>
              <a:gd name="connsiteY0" fmla="*/ 0 h 4000500"/>
              <a:gd name="connsiteX1" fmla="*/ 0 w 7772400"/>
              <a:gd name="connsiteY1" fmla="*/ 4000500 h 4000500"/>
              <a:gd name="connsiteX2" fmla="*/ 7772400 w 7772400"/>
              <a:gd name="connsiteY2" fmla="*/ 3962400 h 4000500"/>
              <a:gd name="connsiteX3" fmla="*/ 7772400 w 7772400"/>
              <a:gd name="connsiteY3" fmla="*/ 1943100 h 4000500"/>
              <a:gd name="connsiteX4" fmla="*/ 1752600 w 7772400"/>
              <a:gd name="connsiteY4" fmla="*/ 0 h 400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00" h="4000500">
                <a:moveTo>
                  <a:pt x="1752600" y="0"/>
                </a:moveTo>
                <a:lnTo>
                  <a:pt x="0" y="4000500"/>
                </a:lnTo>
                <a:lnTo>
                  <a:pt x="7772400" y="3962400"/>
                </a:lnTo>
                <a:lnTo>
                  <a:pt x="7772400" y="1943100"/>
                </a:lnTo>
                <a:lnTo>
                  <a:pt x="1752600" y="0"/>
                </a:lnTo>
                <a:close/>
              </a:path>
            </a:pathLst>
          </a:cu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5105400" y="-38100"/>
            <a:ext cx="7086600" cy="4914900"/>
          </a:xfrm>
          <a:custGeom>
            <a:avLst/>
            <a:gdLst>
              <a:gd name="connsiteX0" fmla="*/ 2171700 w 7086600"/>
              <a:gd name="connsiteY0" fmla="*/ 38100 h 4914900"/>
              <a:gd name="connsiteX1" fmla="*/ 0 w 7086600"/>
              <a:gd name="connsiteY1" fmla="*/ 2590800 h 4914900"/>
              <a:gd name="connsiteX2" fmla="*/ 7048500 w 7086600"/>
              <a:gd name="connsiteY2" fmla="*/ 4914900 h 4914900"/>
              <a:gd name="connsiteX3" fmla="*/ 7086600 w 7086600"/>
              <a:gd name="connsiteY3" fmla="*/ 0 h 4914900"/>
              <a:gd name="connsiteX4" fmla="*/ 2171700 w 7086600"/>
              <a:gd name="connsiteY4" fmla="*/ 38100 h 4914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6600" h="4914900">
                <a:moveTo>
                  <a:pt x="2171700" y="38100"/>
                </a:moveTo>
                <a:lnTo>
                  <a:pt x="0" y="2590800"/>
                </a:lnTo>
                <a:lnTo>
                  <a:pt x="7048500" y="4914900"/>
                </a:lnTo>
                <a:lnTo>
                  <a:pt x="7086600" y="0"/>
                </a:lnTo>
                <a:lnTo>
                  <a:pt x="2171700" y="38100"/>
                </a:lnTo>
                <a:close/>
              </a:path>
            </a:pathLst>
          </a:cu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725933" y="1301499"/>
            <a:ext cx="4772460" cy="830997"/>
          </a:xfrm>
          <a:prstGeom prst="rect">
            <a:avLst/>
          </a:prstGeom>
        </p:spPr>
        <p:txBody>
          <a:bodyPr wrap="none">
            <a:spAutoFit/>
          </a:bodyPr>
          <a:lstStyle/>
          <a:p>
            <a:r>
              <a:rPr lang="en-US" altLang="zh-CN" sz="4800" b="1" dirty="0"/>
              <a:t>ADD TITLE HERE</a:t>
            </a:r>
            <a:endParaRPr lang="en-US" altLang="zh-CN" sz="4800" b="1" dirty="0"/>
          </a:p>
        </p:txBody>
      </p:sp>
      <p:sp>
        <p:nvSpPr>
          <p:cNvPr id="7" name="矩形 6"/>
          <p:cNvSpPr/>
          <p:nvPr/>
        </p:nvSpPr>
        <p:spPr>
          <a:xfrm>
            <a:off x="6751333" y="2096862"/>
            <a:ext cx="4696260" cy="261610"/>
          </a:xfrm>
          <a:prstGeom prst="rect">
            <a:avLst/>
          </a:prstGeom>
        </p:spPr>
        <p:txBody>
          <a:bodyPr wrap="square">
            <a:spAutoFit/>
          </a:bodyPr>
          <a:lstStyle/>
          <a:p>
            <a:pPr algn="just"/>
            <a:r>
              <a:rPr lang="en-US" altLang="zh-CN" sz="1100" spc="300" dirty="0" smtClean="0">
                <a:latin typeface="造字工房悦黑体验版纤细体" pitchFamily="50" charset="-122"/>
                <a:ea typeface="造字工房悦黑体验版纤细体" pitchFamily="50" charset="-122"/>
              </a:rPr>
              <a:t>COPY OR WRITE YOUR TEXT AND PASTE IT HERE</a:t>
            </a:r>
            <a:endParaRPr lang="zh-CN" altLang="en-US" sz="1100" spc="300" dirty="0">
              <a:latin typeface="造字工房悦黑体验版纤细体" pitchFamily="50" charset="-122"/>
              <a:ea typeface="造字工房悦黑体验版纤细体" pitchFamily="50" charset="-122"/>
            </a:endParaRPr>
          </a:p>
        </p:txBody>
      </p:sp>
      <p:sp>
        <p:nvSpPr>
          <p:cNvPr id="8" name="矩形 7"/>
          <p:cNvSpPr/>
          <p:nvPr/>
        </p:nvSpPr>
        <p:spPr>
          <a:xfrm>
            <a:off x="5795966" y="5413928"/>
            <a:ext cx="4929888" cy="1015663"/>
          </a:xfrm>
          <a:prstGeom prst="rect">
            <a:avLst/>
          </a:prstGeom>
        </p:spPr>
        <p:txBody>
          <a:bodyPr wrap="square">
            <a:spAutoFit/>
          </a:bodyPr>
          <a:lstStyle/>
          <a:p>
            <a:pPr>
              <a:lnSpc>
                <a:spcPct val="150000"/>
              </a:lnSpc>
            </a:pPr>
            <a:r>
              <a:rPr lang="en-US" altLang="zh-CN" sz="800" spc="300" dirty="0" err="1" smtClean="0">
                <a:solidFill>
                  <a:schemeClr val="bg1"/>
                </a:solidFill>
                <a:latin typeface="造字工房悦黑体验版纤细体" pitchFamily="50" charset="-122"/>
                <a:ea typeface="造字工房悦黑体验版纤细体" pitchFamily="50" charset="-122"/>
              </a:rPr>
              <a:t>Qianyu</a:t>
            </a:r>
            <a:r>
              <a:rPr lang="en-US" altLang="zh-CN" sz="800" spc="300" dirty="0" smtClean="0">
                <a:solidFill>
                  <a:schemeClr val="bg1"/>
                </a:solidFill>
                <a:latin typeface="造字工房悦黑体验版纤细体" pitchFamily="50" charset="-122"/>
                <a:ea typeface="造字工房悦黑体验版纤细体" pitchFamily="50" charset="-122"/>
              </a:rPr>
              <a:t> </a:t>
            </a:r>
            <a:r>
              <a:rPr lang="en-US" altLang="zh-CN" sz="800" spc="300" dirty="0" err="1" smtClean="0">
                <a:solidFill>
                  <a:schemeClr val="bg1"/>
                </a:solidFill>
                <a:latin typeface="造字工房悦黑体验版纤细体" pitchFamily="50" charset="-122"/>
                <a:ea typeface="造字工房悦黑体验版纤细体" pitchFamily="50" charset="-122"/>
              </a:rPr>
              <a:t>ppt</a:t>
            </a:r>
            <a:r>
              <a:rPr lang="en-US" altLang="zh-CN" sz="800" spc="300" dirty="0" smtClean="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solidFill>
                <a:schemeClr val="bg1"/>
              </a:solidFill>
              <a:latin typeface="造字工房悦黑体验版纤细体" pitchFamily="50" charset="-122"/>
              <a:ea typeface="造字工房悦黑体验版纤细体" pitchFamily="50" charset="-122"/>
            </a:endParaRPr>
          </a:p>
        </p:txBody>
      </p:sp>
      <p:sp>
        <p:nvSpPr>
          <p:cNvPr id="9" name="矩形 8"/>
          <p:cNvSpPr/>
          <p:nvPr/>
        </p:nvSpPr>
        <p:spPr>
          <a:xfrm>
            <a:off x="5756022" y="4965657"/>
            <a:ext cx="3349877" cy="246221"/>
          </a:xfrm>
          <a:prstGeom prst="rect">
            <a:avLst/>
          </a:prstGeom>
        </p:spPr>
        <p:txBody>
          <a:bodyPr wrap="square">
            <a:spAutoFit/>
          </a:bodyPr>
          <a:lstStyle/>
          <a:p>
            <a:pPr algn="just"/>
            <a:r>
              <a:rPr lang="en-US" altLang="zh-CN" sz="1000" dirty="0" smtClean="0">
                <a:solidFill>
                  <a:schemeClr val="bg1"/>
                </a:solidFill>
                <a:latin typeface="造字工房悦黑体验版纤细体" pitchFamily="50" charset="-122"/>
                <a:ea typeface="造字工房悦黑体验版纤细体" pitchFamily="50" charset="-122"/>
              </a:rPr>
              <a:t>COPY OR WRITE YOUR TEXT AND PASTE IT HERE</a:t>
            </a:r>
            <a:endParaRPr lang="zh-CN" altLang="en-US" sz="1000" dirty="0">
              <a:solidFill>
                <a:schemeClr val="bg1"/>
              </a:solidFill>
              <a:latin typeface="造字工房悦黑体验版纤细体" pitchFamily="50" charset="-122"/>
              <a:ea typeface="造字工房悦黑体验版纤细体" pitchFamily="50" charset="-122"/>
            </a:endParaRPr>
          </a:p>
        </p:txBody>
      </p:sp>
      <p:sp>
        <p:nvSpPr>
          <p:cNvPr id="10" name="矩形 9"/>
          <p:cNvSpPr/>
          <p:nvPr/>
        </p:nvSpPr>
        <p:spPr>
          <a:xfrm>
            <a:off x="5761789" y="4363222"/>
            <a:ext cx="4559888" cy="584775"/>
          </a:xfrm>
          <a:prstGeom prst="rect">
            <a:avLst/>
          </a:prstGeom>
        </p:spPr>
        <p:txBody>
          <a:bodyPr wrap="square">
            <a:spAutoFit/>
          </a:bodyPr>
          <a:lstStyle/>
          <a:p>
            <a:r>
              <a:rPr lang="en-US" altLang="zh-CN" sz="3200" b="1" dirty="0">
                <a:solidFill>
                  <a:schemeClr val="bg1"/>
                </a:solidFill>
              </a:rPr>
              <a:t>ADD </a:t>
            </a:r>
            <a:r>
              <a:rPr lang="en-US" altLang="zh-CN" sz="3200" b="1" dirty="0" smtClean="0">
                <a:solidFill>
                  <a:schemeClr val="bg1"/>
                </a:solidFill>
              </a:rPr>
              <a:t>YOUR TEXT HERE</a:t>
            </a:r>
            <a:endParaRPr lang="en-US" altLang="zh-CN" sz="3200" b="1" dirty="0">
              <a:solidFill>
                <a:schemeClr val="bg1"/>
              </a:solidFill>
            </a:endParaRPr>
          </a:p>
        </p:txBody>
      </p:sp>
      <p:sp>
        <p:nvSpPr>
          <p:cNvPr id="11" name="文本框 10"/>
          <p:cNvSpPr txBox="1"/>
          <p:nvPr/>
        </p:nvSpPr>
        <p:spPr>
          <a:xfrm>
            <a:off x="256959" y="3505373"/>
            <a:ext cx="2300748" cy="584775"/>
          </a:xfrm>
          <a:prstGeom prst="rect">
            <a:avLst/>
          </a:prstGeom>
          <a:noFill/>
        </p:spPr>
        <p:txBody>
          <a:bodyPr wrap="square" rtlCol="0">
            <a:spAutoFit/>
          </a:bodyPr>
          <a:lstStyle/>
          <a:p>
            <a:r>
              <a:rPr lang="en-US" altLang="zh-CN" sz="3200" b="1" dirty="0" smtClean="0">
                <a:solidFill>
                  <a:schemeClr val="bg1"/>
                </a:solidFill>
              </a:rPr>
              <a:t>1.54</a:t>
            </a:r>
            <a:r>
              <a:rPr lang="en-US" altLang="zh-CN" b="1" spc="600" dirty="0" smtClean="0">
                <a:solidFill>
                  <a:schemeClr val="bg1"/>
                </a:solidFill>
              </a:rPr>
              <a:t>KM</a:t>
            </a:r>
            <a:endParaRPr lang="zh-CN" altLang="en-US" b="1" spc="600" dirty="0">
              <a:solidFill>
                <a:schemeClr val="bg1"/>
              </a:solidFill>
            </a:endParaRPr>
          </a:p>
        </p:txBody>
      </p:sp>
      <p:sp>
        <p:nvSpPr>
          <p:cNvPr id="26" name="Freeform 17"/>
          <p:cNvSpPr>
            <a:spLocks noEditPoints="1"/>
          </p:cNvSpPr>
          <p:nvPr/>
        </p:nvSpPr>
        <p:spPr bwMode="auto">
          <a:xfrm>
            <a:off x="743297" y="2599962"/>
            <a:ext cx="504932" cy="815659"/>
          </a:xfrm>
          <a:custGeom>
            <a:avLst/>
            <a:gdLst>
              <a:gd name="T0" fmla="*/ 96 w 96"/>
              <a:gd name="T1" fmla="*/ 48 h 156"/>
              <a:gd name="T2" fmla="*/ 48 w 96"/>
              <a:gd name="T3" fmla="*/ 0 h 156"/>
              <a:gd name="T4" fmla="*/ 0 w 96"/>
              <a:gd name="T5" fmla="*/ 48 h 156"/>
              <a:gd name="T6" fmla="*/ 6 w 96"/>
              <a:gd name="T7" fmla="*/ 72 h 156"/>
              <a:gd name="T8" fmla="*/ 6 w 96"/>
              <a:gd name="T9" fmla="*/ 72 h 156"/>
              <a:gd name="T10" fmla="*/ 48 w 96"/>
              <a:gd name="T11" fmla="*/ 156 h 156"/>
              <a:gd name="T12" fmla="*/ 90 w 96"/>
              <a:gd name="T13" fmla="*/ 72 h 156"/>
              <a:gd name="T14" fmla="*/ 90 w 96"/>
              <a:gd name="T15" fmla="*/ 72 h 156"/>
              <a:gd name="T16" fmla="*/ 96 w 96"/>
              <a:gd name="T17" fmla="*/ 48 h 156"/>
              <a:gd name="T18" fmla="*/ 48 w 96"/>
              <a:gd name="T19" fmla="*/ 72 h 156"/>
              <a:gd name="T20" fmla="*/ 24 w 96"/>
              <a:gd name="T21" fmla="*/ 48 h 156"/>
              <a:gd name="T22" fmla="*/ 48 w 96"/>
              <a:gd name="T23" fmla="*/ 24 h 156"/>
              <a:gd name="T24" fmla="*/ 72 w 96"/>
              <a:gd name="T25" fmla="*/ 48 h 156"/>
              <a:gd name="T26" fmla="*/ 48 w 96"/>
              <a:gd name="T27" fmla="*/ 7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156">
                <a:moveTo>
                  <a:pt x="96" y="48"/>
                </a:moveTo>
                <a:cubicBezTo>
                  <a:pt x="96" y="21"/>
                  <a:pt x="75" y="0"/>
                  <a:pt x="48" y="0"/>
                </a:cubicBezTo>
                <a:cubicBezTo>
                  <a:pt x="21" y="0"/>
                  <a:pt x="0" y="21"/>
                  <a:pt x="0" y="48"/>
                </a:cubicBezTo>
                <a:cubicBezTo>
                  <a:pt x="0" y="57"/>
                  <a:pt x="2" y="65"/>
                  <a:pt x="6" y="72"/>
                </a:cubicBezTo>
                <a:cubicBezTo>
                  <a:pt x="6" y="72"/>
                  <a:pt x="6" y="72"/>
                  <a:pt x="6" y="72"/>
                </a:cubicBezTo>
                <a:cubicBezTo>
                  <a:pt x="48" y="156"/>
                  <a:pt x="48" y="156"/>
                  <a:pt x="48" y="156"/>
                </a:cubicBezTo>
                <a:cubicBezTo>
                  <a:pt x="90" y="72"/>
                  <a:pt x="90" y="72"/>
                  <a:pt x="90" y="72"/>
                </a:cubicBezTo>
                <a:cubicBezTo>
                  <a:pt x="90" y="72"/>
                  <a:pt x="90" y="72"/>
                  <a:pt x="90" y="72"/>
                </a:cubicBezTo>
                <a:cubicBezTo>
                  <a:pt x="94" y="65"/>
                  <a:pt x="96" y="57"/>
                  <a:pt x="96" y="48"/>
                </a:cubicBezTo>
                <a:moveTo>
                  <a:pt x="48" y="72"/>
                </a:moveTo>
                <a:cubicBezTo>
                  <a:pt x="35" y="72"/>
                  <a:pt x="24" y="61"/>
                  <a:pt x="24" y="48"/>
                </a:cubicBezTo>
                <a:cubicBezTo>
                  <a:pt x="24" y="35"/>
                  <a:pt x="35" y="24"/>
                  <a:pt x="48" y="24"/>
                </a:cubicBezTo>
                <a:cubicBezTo>
                  <a:pt x="61" y="24"/>
                  <a:pt x="72" y="35"/>
                  <a:pt x="72" y="48"/>
                </a:cubicBezTo>
                <a:cubicBezTo>
                  <a:pt x="72" y="61"/>
                  <a:pt x="61" y="72"/>
                  <a:pt x="48" y="72"/>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9382125" y="3400424"/>
            <a:ext cx="2809875" cy="3495675"/>
          </a:xfrm>
          <a:custGeom>
            <a:avLst/>
            <a:gdLst>
              <a:gd name="connsiteX0" fmla="*/ 0 w 2819400"/>
              <a:gd name="connsiteY0" fmla="*/ 0 h 3467100"/>
              <a:gd name="connsiteX1" fmla="*/ 1562100 w 2819400"/>
              <a:gd name="connsiteY1" fmla="*/ 3467100 h 3467100"/>
              <a:gd name="connsiteX2" fmla="*/ 2819400 w 2819400"/>
              <a:gd name="connsiteY2" fmla="*/ 3467100 h 3467100"/>
              <a:gd name="connsiteX3" fmla="*/ 2819400 w 2819400"/>
              <a:gd name="connsiteY3" fmla="*/ 1447800 h 3467100"/>
              <a:gd name="connsiteX4" fmla="*/ 0 w 2819400"/>
              <a:gd name="connsiteY4" fmla="*/ 0 h 3467100"/>
              <a:gd name="connsiteX0-1" fmla="*/ 0 w 2809875"/>
              <a:gd name="connsiteY0-2" fmla="*/ 0 h 3495675"/>
              <a:gd name="connsiteX1-3" fmla="*/ 1552575 w 2809875"/>
              <a:gd name="connsiteY1-4" fmla="*/ 3495675 h 3495675"/>
              <a:gd name="connsiteX2-5" fmla="*/ 2809875 w 2809875"/>
              <a:gd name="connsiteY2-6" fmla="*/ 3495675 h 3495675"/>
              <a:gd name="connsiteX3-7" fmla="*/ 2809875 w 2809875"/>
              <a:gd name="connsiteY3-8" fmla="*/ 1476375 h 3495675"/>
              <a:gd name="connsiteX4-9" fmla="*/ 0 w 2809875"/>
              <a:gd name="connsiteY4-10" fmla="*/ 0 h 34956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09875" h="3495675">
                <a:moveTo>
                  <a:pt x="0" y="0"/>
                </a:moveTo>
                <a:lnTo>
                  <a:pt x="1552575" y="3495675"/>
                </a:lnTo>
                <a:lnTo>
                  <a:pt x="2809875" y="3495675"/>
                </a:lnTo>
                <a:lnTo>
                  <a:pt x="2809875" y="1476375"/>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19050" y="-419"/>
            <a:ext cx="6324600" cy="6858838"/>
          </a:xfrm>
          <a:custGeom>
            <a:avLst/>
            <a:gdLst>
              <a:gd name="connsiteX0" fmla="*/ 0 w 5905500"/>
              <a:gd name="connsiteY0" fmla="*/ 0 h 6934200"/>
              <a:gd name="connsiteX1" fmla="*/ 0 w 5905500"/>
              <a:gd name="connsiteY1" fmla="*/ 6896100 h 6934200"/>
              <a:gd name="connsiteX2" fmla="*/ 4724400 w 5905500"/>
              <a:gd name="connsiteY2" fmla="*/ 6934200 h 6934200"/>
              <a:gd name="connsiteX3" fmla="*/ 5905500 w 5905500"/>
              <a:gd name="connsiteY3" fmla="*/ 38100 h 6934200"/>
              <a:gd name="connsiteX4" fmla="*/ 0 w 5905500"/>
              <a:gd name="connsiteY4" fmla="*/ 0 h 6934200"/>
              <a:gd name="connsiteX0-1" fmla="*/ 0 w 5852457"/>
              <a:gd name="connsiteY0-2" fmla="*/ 424 h 6934624"/>
              <a:gd name="connsiteX1-3" fmla="*/ 0 w 5852457"/>
              <a:gd name="connsiteY1-4" fmla="*/ 6896524 h 6934624"/>
              <a:gd name="connsiteX2-5" fmla="*/ 4724400 w 5852457"/>
              <a:gd name="connsiteY2-6" fmla="*/ 6934624 h 6934624"/>
              <a:gd name="connsiteX3-7" fmla="*/ 5852457 w 5852457"/>
              <a:gd name="connsiteY3-8" fmla="*/ 0 h 6934624"/>
              <a:gd name="connsiteX4-9" fmla="*/ 0 w 5852457"/>
              <a:gd name="connsiteY4-10" fmla="*/ 424 h 6934624"/>
              <a:gd name="connsiteX0-11" fmla="*/ 17681 w 5870138"/>
              <a:gd name="connsiteY0-12" fmla="*/ 424 h 6935048"/>
              <a:gd name="connsiteX1-13" fmla="*/ 0 w 5870138"/>
              <a:gd name="connsiteY1-14" fmla="*/ 6935048 h 6935048"/>
              <a:gd name="connsiteX2-15" fmla="*/ 4742081 w 5870138"/>
              <a:gd name="connsiteY2-16" fmla="*/ 6934624 h 6935048"/>
              <a:gd name="connsiteX3-17" fmla="*/ 5870138 w 5870138"/>
              <a:gd name="connsiteY3-18" fmla="*/ 0 h 6935048"/>
              <a:gd name="connsiteX4-19" fmla="*/ 17681 w 5870138"/>
              <a:gd name="connsiteY4-20" fmla="*/ 424 h 69350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870138" h="6935048">
                <a:moveTo>
                  <a:pt x="17681" y="424"/>
                </a:moveTo>
                <a:cubicBezTo>
                  <a:pt x="11787" y="2311965"/>
                  <a:pt x="5894" y="4623507"/>
                  <a:pt x="0" y="6935048"/>
                </a:cubicBezTo>
                <a:lnTo>
                  <a:pt x="4742081" y="6934624"/>
                </a:lnTo>
                <a:lnTo>
                  <a:pt x="5870138" y="0"/>
                </a:lnTo>
                <a:lnTo>
                  <a:pt x="17681" y="424"/>
                </a:lnTo>
                <a:close/>
              </a:path>
            </a:pathLst>
          </a:cu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p:nvSpPr>
        <p:spPr>
          <a:xfrm flipH="1" flipV="1">
            <a:off x="3429000" y="0"/>
            <a:ext cx="8763000" cy="5753100"/>
          </a:xfrm>
          <a:prstGeom prst="rtTriangle">
            <a:avLst/>
          </a:prstGeom>
          <a:solidFill>
            <a:srgbClr val="E5007F"/>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895795" y="818140"/>
            <a:ext cx="4772460" cy="830997"/>
          </a:xfrm>
          <a:prstGeom prst="rect">
            <a:avLst/>
          </a:prstGeom>
        </p:spPr>
        <p:txBody>
          <a:bodyPr wrap="none">
            <a:spAutoFit/>
          </a:bodyPr>
          <a:lstStyle/>
          <a:p>
            <a:r>
              <a:rPr lang="en-US" altLang="zh-CN" sz="4800" b="1" dirty="0">
                <a:solidFill>
                  <a:schemeClr val="bg1"/>
                </a:solidFill>
              </a:rPr>
              <a:t>ADD TITLE HERE</a:t>
            </a:r>
            <a:endParaRPr lang="en-US" altLang="zh-CN" sz="4800" b="1" dirty="0">
              <a:solidFill>
                <a:schemeClr val="bg1"/>
              </a:solidFill>
            </a:endParaRPr>
          </a:p>
        </p:txBody>
      </p:sp>
      <p:sp>
        <p:nvSpPr>
          <p:cNvPr id="7" name="矩形 6"/>
          <p:cNvSpPr/>
          <p:nvPr/>
        </p:nvSpPr>
        <p:spPr>
          <a:xfrm>
            <a:off x="6921195" y="1613503"/>
            <a:ext cx="4696260" cy="261610"/>
          </a:xfrm>
          <a:prstGeom prst="rect">
            <a:avLst/>
          </a:prstGeom>
        </p:spPr>
        <p:txBody>
          <a:bodyPr wrap="square">
            <a:spAutoFit/>
          </a:bodyPr>
          <a:lstStyle/>
          <a:p>
            <a:pPr algn="just"/>
            <a:r>
              <a:rPr lang="en-US" altLang="zh-CN" sz="1100" spc="300" dirty="0" smtClean="0">
                <a:solidFill>
                  <a:schemeClr val="bg1"/>
                </a:solidFill>
                <a:latin typeface="造字工房悦黑体验版纤细体" pitchFamily="50" charset="-122"/>
                <a:ea typeface="造字工房悦黑体验版纤细体" pitchFamily="50" charset="-122"/>
              </a:rPr>
              <a:t>COPY OR WRITE YOUR TEXT AND PASTE IT HERE</a:t>
            </a:r>
            <a:endParaRPr lang="zh-CN" altLang="en-US" sz="1100" spc="300" dirty="0">
              <a:solidFill>
                <a:schemeClr val="bg1"/>
              </a:solidFill>
              <a:latin typeface="造字工房悦黑体验版纤细体" pitchFamily="50" charset="-122"/>
              <a:ea typeface="造字工房悦黑体验版纤细体" pitchFamily="50" charset="-122"/>
            </a:endParaRPr>
          </a:p>
        </p:txBody>
      </p:sp>
      <p:grpSp>
        <p:nvGrpSpPr>
          <p:cNvPr id="8" name="组合 7"/>
          <p:cNvGrpSpPr/>
          <p:nvPr/>
        </p:nvGrpSpPr>
        <p:grpSpPr>
          <a:xfrm>
            <a:off x="5949316" y="4255544"/>
            <a:ext cx="2527934" cy="485775"/>
            <a:chOff x="6892290" y="2847500"/>
            <a:chExt cx="1230630" cy="485775"/>
          </a:xfrm>
          <a:effectLst>
            <a:outerShdw blurRad="50800" dist="38100" dir="2700000" algn="tl" rotWithShape="0">
              <a:prstClr val="black">
                <a:alpha val="40000"/>
              </a:prstClr>
            </a:outerShdw>
          </a:effectLst>
        </p:grpSpPr>
        <p:sp>
          <p:nvSpPr>
            <p:cNvPr id="9" name="平行四边形 8"/>
            <p:cNvSpPr/>
            <p:nvPr/>
          </p:nvSpPr>
          <p:spPr>
            <a:xfrm>
              <a:off x="6892290" y="2847500"/>
              <a:ext cx="1230630" cy="485775"/>
            </a:xfrm>
            <a:prstGeom prst="parallelogram">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972784" y="2921110"/>
              <a:ext cx="1064570" cy="338554"/>
            </a:xfrm>
            <a:prstGeom prst="rect">
              <a:avLst/>
            </a:prstGeom>
          </p:spPr>
          <p:txBody>
            <a:bodyPr wrap="none">
              <a:spAutoFit/>
            </a:bodyPr>
            <a:lstStyle/>
            <a:p>
              <a:r>
                <a:rPr lang="en-US" altLang="zh-CN" sz="1600" dirty="0">
                  <a:solidFill>
                    <a:schemeClr val="bg1"/>
                  </a:solidFill>
                </a:rPr>
                <a:t>ADD YOUR TEXT HERE</a:t>
              </a:r>
              <a:endParaRPr lang="en-US" altLang="zh-CN" sz="1600" dirty="0">
                <a:solidFill>
                  <a:schemeClr val="bg1"/>
                </a:solidFill>
              </a:endParaRPr>
            </a:p>
          </p:txBody>
        </p:sp>
      </p:grpSp>
      <p:sp>
        <p:nvSpPr>
          <p:cNvPr id="11" name="矩形 10"/>
          <p:cNvSpPr/>
          <p:nvPr/>
        </p:nvSpPr>
        <p:spPr>
          <a:xfrm>
            <a:off x="5882993" y="4975302"/>
            <a:ext cx="3528630" cy="830997"/>
          </a:xfrm>
          <a:prstGeom prst="rect">
            <a:avLst/>
          </a:prstGeom>
        </p:spPr>
        <p:txBody>
          <a:bodyPr wrap="square">
            <a:spAutoFit/>
          </a:bodyPr>
          <a:lstStyle/>
          <a:p>
            <a:pPr algn="just"/>
            <a:r>
              <a:rPr lang="en-US" altLang="zh-CN" sz="800" spc="300" dirty="0" err="1" smtClean="0">
                <a:latin typeface="造字工房悦黑体验版纤细体" pitchFamily="50" charset="-122"/>
                <a:ea typeface="造字工房悦黑体验版纤细体" pitchFamily="50" charset="-122"/>
              </a:rPr>
              <a:t>Qianyu</a:t>
            </a:r>
            <a:r>
              <a:rPr lang="en-US" altLang="zh-CN" sz="800" spc="300" dirty="0" smtClean="0">
                <a:latin typeface="造字工房悦黑体验版纤细体" pitchFamily="50" charset="-122"/>
                <a:ea typeface="造字工房悦黑体验版纤细体" pitchFamily="50" charset="-122"/>
              </a:rPr>
              <a:t> </a:t>
            </a:r>
            <a:r>
              <a:rPr lang="en-US" altLang="zh-CN" sz="800" spc="300" dirty="0" err="1" smtClean="0">
                <a:latin typeface="造字工房悦黑体验版纤细体" pitchFamily="50" charset="-122"/>
                <a:ea typeface="造字工房悦黑体验版纤细体" pitchFamily="50" charset="-122"/>
              </a:rPr>
              <a:t>ppt</a:t>
            </a:r>
            <a:r>
              <a:rPr lang="en-US" altLang="zh-CN" sz="800" spc="300" dirty="0" smtClean="0">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任意多边形 2"/>
          <p:cNvSpPr/>
          <p:nvPr/>
        </p:nvSpPr>
        <p:spPr>
          <a:xfrm>
            <a:off x="6096000" y="-38100"/>
            <a:ext cx="6096000" cy="6934200"/>
          </a:xfrm>
          <a:custGeom>
            <a:avLst/>
            <a:gdLst>
              <a:gd name="connsiteX0" fmla="*/ 1181100 w 6096000"/>
              <a:gd name="connsiteY0" fmla="*/ 0 h 6934200"/>
              <a:gd name="connsiteX1" fmla="*/ 0 w 6096000"/>
              <a:gd name="connsiteY1" fmla="*/ 6858000 h 6934200"/>
              <a:gd name="connsiteX2" fmla="*/ 6096000 w 6096000"/>
              <a:gd name="connsiteY2" fmla="*/ 6934200 h 6934200"/>
              <a:gd name="connsiteX3" fmla="*/ 6096000 w 6096000"/>
              <a:gd name="connsiteY3" fmla="*/ 0 h 6934200"/>
              <a:gd name="connsiteX4" fmla="*/ 1181100 w 6096000"/>
              <a:gd name="connsiteY4" fmla="*/ 0 h 693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934200">
                <a:moveTo>
                  <a:pt x="1181100" y="0"/>
                </a:moveTo>
                <a:lnTo>
                  <a:pt x="0" y="6858000"/>
                </a:lnTo>
                <a:lnTo>
                  <a:pt x="6096000" y="6934200"/>
                </a:lnTo>
                <a:lnTo>
                  <a:pt x="6096000" y="0"/>
                </a:lnTo>
                <a:lnTo>
                  <a:pt x="1181100" y="0"/>
                </a:lnTo>
                <a:close/>
              </a:path>
            </a:pathLst>
          </a:cu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6057900" y="-52614"/>
            <a:ext cx="1239157" cy="6929664"/>
          </a:xfrm>
          <a:custGeom>
            <a:avLst/>
            <a:gdLst>
              <a:gd name="connsiteX0" fmla="*/ 0 w 1181100"/>
              <a:gd name="connsiteY0" fmla="*/ 990600 h 6896100"/>
              <a:gd name="connsiteX1" fmla="*/ 38100 w 1181100"/>
              <a:gd name="connsiteY1" fmla="*/ 6896100 h 6896100"/>
              <a:gd name="connsiteX2" fmla="*/ 1181100 w 1181100"/>
              <a:gd name="connsiteY2" fmla="*/ 0 h 6896100"/>
              <a:gd name="connsiteX3" fmla="*/ 0 w 1181100"/>
              <a:gd name="connsiteY3" fmla="*/ 990600 h 6896100"/>
              <a:gd name="connsiteX0-1" fmla="*/ 0 w 1239157"/>
              <a:gd name="connsiteY0-2" fmla="*/ 1005114 h 6910614"/>
              <a:gd name="connsiteX1-3" fmla="*/ 38100 w 1239157"/>
              <a:gd name="connsiteY1-4" fmla="*/ 6910614 h 6910614"/>
              <a:gd name="connsiteX2-5" fmla="*/ 1239157 w 1239157"/>
              <a:gd name="connsiteY2-6" fmla="*/ 0 h 6910614"/>
              <a:gd name="connsiteX3-7" fmla="*/ 0 w 1239157"/>
              <a:gd name="connsiteY3-8" fmla="*/ 1005114 h 6910614"/>
              <a:gd name="connsiteX0-9" fmla="*/ 0 w 1239157"/>
              <a:gd name="connsiteY0-10" fmla="*/ 1005114 h 6929664"/>
              <a:gd name="connsiteX1-11" fmla="*/ 38100 w 1239157"/>
              <a:gd name="connsiteY1-12" fmla="*/ 6929664 h 6929664"/>
              <a:gd name="connsiteX2-13" fmla="*/ 1239157 w 1239157"/>
              <a:gd name="connsiteY2-14" fmla="*/ 0 h 6929664"/>
              <a:gd name="connsiteX3-15" fmla="*/ 0 w 1239157"/>
              <a:gd name="connsiteY3-16" fmla="*/ 1005114 h 6929664"/>
            </a:gdLst>
            <a:ahLst/>
            <a:cxnLst>
              <a:cxn ang="0">
                <a:pos x="connsiteX0-1" y="connsiteY0-2"/>
              </a:cxn>
              <a:cxn ang="0">
                <a:pos x="connsiteX1-3" y="connsiteY1-4"/>
              </a:cxn>
              <a:cxn ang="0">
                <a:pos x="connsiteX2-5" y="connsiteY2-6"/>
              </a:cxn>
              <a:cxn ang="0">
                <a:pos x="connsiteX3-7" y="connsiteY3-8"/>
              </a:cxn>
            </a:cxnLst>
            <a:rect l="l" t="t" r="r" b="b"/>
            <a:pathLst>
              <a:path w="1239157" h="6929664">
                <a:moveTo>
                  <a:pt x="0" y="1005114"/>
                </a:moveTo>
                <a:lnTo>
                  <a:pt x="38100" y="6929664"/>
                </a:lnTo>
                <a:lnTo>
                  <a:pt x="1239157" y="0"/>
                </a:lnTo>
                <a:lnTo>
                  <a:pt x="0" y="1005114"/>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3486150" y="-76200"/>
            <a:ext cx="3867150" cy="1143000"/>
          </a:xfrm>
          <a:custGeom>
            <a:avLst/>
            <a:gdLst>
              <a:gd name="connsiteX0" fmla="*/ 0 w 3733800"/>
              <a:gd name="connsiteY0" fmla="*/ 0 h 1219200"/>
              <a:gd name="connsiteX1" fmla="*/ 2552700 w 3733800"/>
              <a:gd name="connsiteY1" fmla="*/ 1219200 h 1219200"/>
              <a:gd name="connsiteX2" fmla="*/ 3733800 w 3733800"/>
              <a:gd name="connsiteY2" fmla="*/ 76200 h 1219200"/>
              <a:gd name="connsiteX3" fmla="*/ 0 w 3733800"/>
              <a:gd name="connsiteY3" fmla="*/ 0 h 1219200"/>
              <a:gd name="connsiteX0-1" fmla="*/ 0 w 3733800"/>
              <a:gd name="connsiteY0-2" fmla="*/ 0 h 1066800"/>
              <a:gd name="connsiteX1-3" fmla="*/ 2590800 w 3733800"/>
              <a:gd name="connsiteY1-4" fmla="*/ 1066800 h 1066800"/>
              <a:gd name="connsiteX2-5" fmla="*/ 3733800 w 3733800"/>
              <a:gd name="connsiteY2-6" fmla="*/ 76200 h 1066800"/>
              <a:gd name="connsiteX3-7" fmla="*/ 0 w 3733800"/>
              <a:gd name="connsiteY3-8" fmla="*/ 0 h 1066800"/>
              <a:gd name="connsiteX0-9" fmla="*/ 0 w 3752850"/>
              <a:gd name="connsiteY0-10" fmla="*/ 0 h 990600"/>
              <a:gd name="connsiteX1-11" fmla="*/ 2609850 w 3752850"/>
              <a:gd name="connsiteY1-12" fmla="*/ 990600 h 990600"/>
              <a:gd name="connsiteX2-13" fmla="*/ 3752850 w 3752850"/>
              <a:gd name="connsiteY2-14" fmla="*/ 0 h 990600"/>
              <a:gd name="connsiteX3-15" fmla="*/ 0 w 3752850"/>
              <a:gd name="connsiteY3-16" fmla="*/ 0 h 990600"/>
              <a:gd name="connsiteX0-17" fmla="*/ 0 w 3752850"/>
              <a:gd name="connsiteY0-18" fmla="*/ 0 h 1061357"/>
              <a:gd name="connsiteX1-19" fmla="*/ 2480442 w 3752850"/>
              <a:gd name="connsiteY1-20" fmla="*/ 1061357 h 1061357"/>
              <a:gd name="connsiteX2-21" fmla="*/ 3752850 w 3752850"/>
              <a:gd name="connsiteY2-22" fmla="*/ 0 h 1061357"/>
              <a:gd name="connsiteX3-23" fmla="*/ 0 w 3752850"/>
              <a:gd name="connsiteY3-24" fmla="*/ 0 h 1061357"/>
              <a:gd name="connsiteX0-25" fmla="*/ 0 w 3752850"/>
              <a:gd name="connsiteY0-26" fmla="*/ 0 h 1061357"/>
              <a:gd name="connsiteX1-27" fmla="*/ 2494307 w 3752850"/>
              <a:gd name="connsiteY1-28" fmla="*/ 1061357 h 1061357"/>
              <a:gd name="connsiteX2-29" fmla="*/ 3752850 w 3752850"/>
              <a:gd name="connsiteY2-30" fmla="*/ 0 h 1061357"/>
              <a:gd name="connsiteX3-31" fmla="*/ 0 w 3752850"/>
              <a:gd name="connsiteY3-32" fmla="*/ 0 h 1061357"/>
            </a:gdLst>
            <a:ahLst/>
            <a:cxnLst>
              <a:cxn ang="0">
                <a:pos x="connsiteX0-1" y="connsiteY0-2"/>
              </a:cxn>
              <a:cxn ang="0">
                <a:pos x="connsiteX1-3" y="connsiteY1-4"/>
              </a:cxn>
              <a:cxn ang="0">
                <a:pos x="connsiteX2-5" y="connsiteY2-6"/>
              </a:cxn>
              <a:cxn ang="0">
                <a:pos x="connsiteX3-7" y="connsiteY3-8"/>
              </a:cxn>
            </a:cxnLst>
            <a:rect l="l" t="t" r="r" b="b"/>
            <a:pathLst>
              <a:path w="3752850" h="1061357">
                <a:moveTo>
                  <a:pt x="0" y="0"/>
                </a:moveTo>
                <a:lnTo>
                  <a:pt x="2494307" y="1061357"/>
                </a:lnTo>
                <a:lnTo>
                  <a:pt x="3752850" y="0"/>
                </a:lnTo>
                <a:lnTo>
                  <a:pt x="0" y="0"/>
                </a:lnTo>
                <a:close/>
              </a:path>
            </a:pathLst>
          </a:custGeom>
          <a:solidFill>
            <a:srgbClr val="E5007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137996" y="3120142"/>
            <a:ext cx="2750780" cy="572985"/>
            <a:chOff x="1014736" y="5128318"/>
            <a:chExt cx="2750780" cy="572985"/>
          </a:xfrm>
        </p:grpSpPr>
        <p:grpSp>
          <p:nvGrpSpPr>
            <p:cNvPr id="7" name="Group 22"/>
            <p:cNvGrpSpPr/>
            <p:nvPr/>
          </p:nvGrpSpPr>
          <p:grpSpPr>
            <a:xfrm>
              <a:off x="1014736" y="5128318"/>
              <a:ext cx="666746" cy="572985"/>
              <a:chOff x="4627563" y="793750"/>
              <a:chExt cx="406400" cy="349250"/>
            </a:xfrm>
            <a:solidFill>
              <a:schemeClr val="bg1"/>
            </a:solidFill>
          </p:grpSpPr>
          <p:sp>
            <p:nvSpPr>
              <p:cNvPr id="16" name="Freeform 94"/>
              <p:cNvSpPr/>
              <p:nvPr/>
            </p:nvSpPr>
            <p:spPr bwMode="auto">
              <a:xfrm>
                <a:off x="4741863" y="793750"/>
                <a:ext cx="292100" cy="320675"/>
              </a:xfrm>
              <a:custGeom>
                <a:avLst/>
                <a:gdLst>
                  <a:gd name="T0" fmla="*/ 109 w 111"/>
                  <a:gd name="T1" fmla="*/ 42 h 122"/>
                  <a:gd name="T2" fmla="*/ 22 w 111"/>
                  <a:gd name="T3" fmla="*/ 0 h 122"/>
                  <a:gd name="T4" fmla="*/ 19 w 111"/>
                  <a:gd name="T5" fmla="*/ 1 h 122"/>
                  <a:gd name="T6" fmla="*/ 0 w 111"/>
                  <a:gd name="T7" fmla="*/ 41 h 122"/>
                  <a:gd name="T8" fmla="*/ 11 w 111"/>
                  <a:gd name="T9" fmla="*/ 41 h 122"/>
                  <a:gd name="T10" fmla="*/ 25 w 111"/>
                  <a:gd name="T11" fmla="*/ 12 h 122"/>
                  <a:gd name="T12" fmla="*/ 100 w 111"/>
                  <a:gd name="T13" fmla="*/ 48 h 122"/>
                  <a:gd name="T14" fmla="*/ 77 w 111"/>
                  <a:gd name="T15" fmla="*/ 97 h 122"/>
                  <a:gd name="T16" fmla="*/ 63 w 111"/>
                  <a:gd name="T17" fmla="*/ 91 h 122"/>
                  <a:gd name="T18" fmla="*/ 63 w 111"/>
                  <a:gd name="T19" fmla="*/ 117 h 122"/>
                  <a:gd name="T20" fmla="*/ 71 w 111"/>
                  <a:gd name="T21" fmla="*/ 121 h 122"/>
                  <a:gd name="T22" fmla="*/ 74 w 111"/>
                  <a:gd name="T23" fmla="*/ 120 h 122"/>
                  <a:gd name="T24" fmla="*/ 110 w 111"/>
                  <a:gd name="T25" fmla="*/ 45 h 122"/>
                  <a:gd name="T26" fmla="*/ 109 w 111"/>
                  <a:gd name="T27" fmla="*/ 4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22">
                    <a:moveTo>
                      <a:pt x="109" y="42"/>
                    </a:moveTo>
                    <a:cubicBezTo>
                      <a:pt x="22" y="0"/>
                      <a:pt x="22" y="0"/>
                      <a:pt x="22" y="0"/>
                    </a:cubicBezTo>
                    <a:cubicBezTo>
                      <a:pt x="21" y="0"/>
                      <a:pt x="20" y="0"/>
                      <a:pt x="19" y="1"/>
                    </a:cubicBezTo>
                    <a:cubicBezTo>
                      <a:pt x="0" y="41"/>
                      <a:pt x="0" y="41"/>
                      <a:pt x="0" y="41"/>
                    </a:cubicBezTo>
                    <a:cubicBezTo>
                      <a:pt x="11" y="41"/>
                      <a:pt x="11" y="41"/>
                      <a:pt x="11" y="41"/>
                    </a:cubicBezTo>
                    <a:cubicBezTo>
                      <a:pt x="25" y="12"/>
                      <a:pt x="25" y="12"/>
                      <a:pt x="25" y="12"/>
                    </a:cubicBezTo>
                    <a:cubicBezTo>
                      <a:pt x="100" y="48"/>
                      <a:pt x="100" y="48"/>
                      <a:pt x="100" y="48"/>
                    </a:cubicBezTo>
                    <a:cubicBezTo>
                      <a:pt x="77" y="97"/>
                      <a:pt x="77" y="97"/>
                      <a:pt x="77" y="97"/>
                    </a:cubicBezTo>
                    <a:cubicBezTo>
                      <a:pt x="63" y="91"/>
                      <a:pt x="63" y="91"/>
                      <a:pt x="63" y="91"/>
                    </a:cubicBezTo>
                    <a:cubicBezTo>
                      <a:pt x="63" y="117"/>
                      <a:pt x="63" y="117"/>
                      <a:pt x="63" y="117"/>
                    </a:cubicBezTo>
                    <a:cubicBezTo>
                      <a:pt x="71" y="121"/>
                      <a:pt x="71" y="121"/>
                      <a:pt x="71" y="121"/>
                    </a:cubicBezTo>
                    <a:cubicBezTo>
                      <a:pt x="72" y="122"/>
                      <a:pt x="74" y="121"/>
                      <a:pt x="74" y="120"/>
                    </a:cubicBezTo>
                    <a:cubicBezTo>
                      <a:pt x="110" y="45"/>
                      <a:pt x="110" y="45"/>
                      <a:pt x="110" y="45"/>
                    </a:cubicBezTo>
                    <a:cubicBezTo>
                      <a:pt x="111" y="44"/>
                      <a:pt x="110" y="42"/>
                      <a:pt x="109"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sp>
            <p:nvSpPr>
              <p:cNvPr id="17" name="Freeform 95"/>
              <p:cNvSpPr>
                <a:spLocks noEditPoints="1"/>
              </p:cNvSpPr>
              <p:nvPr/>
            </p:nvSpPr>
            <p:spPr bwMode="auto">
              <a:xfrm>
                <a:off x="4627563" y="914400"/>
                <a:ext cx="263525" cy="228600"/>
              </a:xfrm>
              <a:custGeom>
                <a:avLst/>
                <a:gdLst>
                  <a:gd name="T0" fmla="*/ 99 w 101"/>
                  <a:gd name="T1" fmla="*/ 0 h 87"/>
                  <a:gd name="T2" fmla="*/ 2 w 101"/>
                  <a:gd name="T3" fmla="*/ 0 h 87"/>
                  <a:gd name="T4" fmla="*/ 0 w 101"/>
                  <a:gd name="T5" fmla="*/ 2 h 87"/>
                  <a:gd name="T6" fmla="*/ 0 w 101"/>
                  <a:gd name="T7" fmla="*/ 85 h 87"/>
                  <a:gd name="T8" fmla="*/ 2 w 101"/>
                  <a:gd name="T9" fmla="*/ 87 h 87"/>
                  <a:gd name="T10" fmla="*/ 99 w 101"/>
                  <a:gd name="T11" fmla="*/ 87 h 87"/>
                  <a:gd name="T12" fmla="*/ 101 w 101"/>
                  <a:gd name="T13" fmla="*/ 85 h 87"/>
                  <a:gd name="T14" fmla="*/ 101 w 101"/>
                  <a:gd name="T15" fmla="*/ 2 h 87"/>
                  <a:gd name="T16" fmla="*/ 99 w 101"/>
                  <a:gd name="T17" fmla="*/ 0 h 87"/>
                  <a:gd name="T18" fmla="*/ 94 w 101"/>
                  <a:gd name="T19" fmla="*/ 64 h 87"/>
                  <a:gd name="T20" fmla="*/ 10 w 101"/>
                  <a:gd name="T21" fmla="*/ 64 h 87"/>
                  <a:gd name="T22" fmla="*/ 10 w 101"/>
                  <a:gd name="T23" fmla="*/ 9 h 87"/>
                  <a:gd name="T24" fmla="*/ 94 w 101"/>
                  <a:gd name="T25" fmla="*/ 9 h 87"/>
                  <a:gd name="T26" fmla="*/ 94 w 101"/>
                  <a:gd name="T27" fmla="*/ 6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7">
                    <a:moveTo>
                      <a:pt x="99" y="0"/>
                    </a:moveTo>
                    <a:cubicBezTo>
                      <a:pt x="2" y="0"/>
                      <a:pt x="2" y="0"/>
                      <a:pt x="2" y="0"/>
                    </a:cubicBezTo>
                    <a:cubicBezTo>
                      <a:pt x="1" y="0"/>
                      <a:pt x="0" y="1"/>
                      <a:pt x="0" y="2"/>
                    </a:cubicBezTo>
                    <a:cubicBezTo>
                      <a:pt x="0" y="85"/>
                      <a:pt x="0" y="85"/>
                      <a:pt x="0" y="85"/>
                    </a:cubicBezTo>
                    <a:cubicBezTo>
                      <a:pt x="0" y="86"/>
                      <a:pt x="1" y="87"/>
                      <a:pt x="2" y="87"/>
                    </a:cubicBezTo>
                    <a:cubicBezTo>
                      <a:pt x="99" y="87"/>
                      <a:pt x="99" y="87"/>
                      <a:pt x="99" y="87"/>
                    </a:cubicBezTo>
                    <a:cubicBezTo>
                      <a:pt x="100" y="87"/>
                      <a:pt x="101" y="86"/>
                      <a:pt x="101" y="85"/>
                    </a:cubicBezTo>
                    <a:cubicBezTo>
                      <a:pt x="101" y="2"/>
                      <a:pt x="101" y="2"/>
                      <a:pt x="101" y="2"/>
                    </a:cubicBezTo>
                    <a:cubicBezTo>
                      <a:pt x="101" y="1"/>
                      <a:pt x="100" y="0"/>
                      <a:pt x="99" y="0"/>
                    </a:cubicBezTo>
                    <a:close/>
                    <a:moveTo>
                      <a:pt x="94" y="64"/>
                    </a:moveTo>
                    <a:cubicBezTo>
                      <a:pt x="10" y="64"/>
                      <a:pt x="10" y="64"/>
                      <a:pt x="10" y="64"/>
                    </a:cubicBezTo>
                    <a:cubicBezTo>
                      <a:pt x="10" y="9"/>
                      <a:pt x="10" y="9"/>
                      <a:pt x="10" y="9"/>
                    </a:cubicBezTo>
                    <a:cubicBezTo>
                      <a:pt x="94" y="9"/>
                      <a:pt x="94" y="9"/>
                      <a:pt x="94" y="9"/>
                    </a:cubicBezTo>
                    <a:lnTo>
                      <a:pt x="94"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grpSp>
        <p:grpSp>
          <p:nvGrpSpPr>
            <p:cNvPr id="8" name="Group 4"/>
            <p:cNvGrpSpPr/>
            <p:nvPr/>
          </p:nvGrpSpPr>
          <p:grpSpPr>
            <a:xfrm>
              <a:off x="2154327" y="5185999"/>
              <a:ext cx="565623" cy="457622"/>
              <a:chOff x="5838825" y="2538413"/>
              <a:chExt cx="490538" cy="396874"/>
            </a:xfrm>
            <a:solidFill>
              <a:schemeClr val="bg1"/>
            </a:solidFill>
          </p:grpSpPr>
          <p:sp>
            <p:nvSpPr>
              <p:cNvPr id="13" name="Freeform 35"/>
              <p:cNvSpPr>
                <a:spLocks noEditPoints="1"/>
              </p:cNvSpPr>
              <p:nvPr/>
            </p:nvSpPr>
            <p:spPr bwMode="auto">
              <a:xfrm>
                <a:off x="5838825" y="2587625"/>
                <a:ext cx="490538" cy="347662"/>
              </a:xfrm>
              <a:custGeom>
                <a:avLst/>
                <a:gdLst>
                  <a:gd name="T0" fmla="*/ 121 w 130"/>
                  <a:gd name="T1" fmla="*/ 0 h 92"/>
                  <a:gd name="T2" fmla="*/ 9 w 130"/>
                  <a:gd name="T3" fmla="*/ 0 h 92"/>
                  <a:gd name="T4" fmla="*/ 0 w 130"/>
                  <a:gd name="T5" fmla="*/ 9 h 92"/>
                  <a:gd name="T6" fmla="*/ 0 w 130"/>
                  <a:gd name="T7" fmla="*/ 83 h 92"/>
                  <a:gd name="T8" fmla="*/ 9 w 130"/>
                  <a:gd name="T9" fmla="*/ 92 h 92"/>
                  <a:gd name="T10" fmla="*/ 121 w 130"/>
                  <a:gd name="T11" fmla="*/ 92 h 92"/>
                  <a:gd name="T12" fmla="*/ 130 w 130"/>
                  <a:gd name="T13" fmla="*/ 83 h 92"/>
                  <a:gd name="T14" fmla="*/ 130 w 130"/>
                  <a:gd name="T15" fmla="*/ 9 h 92"/>
                  <a:gd name="T16" fmla="*/ 121 w 130"/>
                  <a:gd name="T17" fmla="*/ 0 h 92"/>
                  <a:gd name="T18" fmla="*/ 47 w 130"/>
                  <a:gd name="T19" fmla="*/ 81 h 92"/>
                  <a:gd name="T20" fmla="*/ 12 w 130"/>
                  <a:gd name="T21" fmla="*/ 46 h 92"/>
                  <a:gd name="T22" fmla="*/ 47 w 130"/>
                  <a:gd name="T23" fmla="*/ 11 h 92"/>
                  <a:gd name="T24" fmla="*/ 82 w 130"/>
                  <a:gd name="T25" fmla="*/ 46 h 92"/>
                  <a:gd name="T26" fmla="*/ 47 w 130"/>
                  <a:gd name="T27" fmla="*/ 81 h 92"/>
                  <a:gd name="T28" fmla="*/ 116 w 130"/>
                  <a:gd name="T29" fmla="*/ 19 h 92"/>
                  <a:gd name="T30" fmla="*/ 105 w 130"/>
                  <a:gd name="T31" fmla="*/ 19 h 92"/>
                  <a:gd name="T32" fmla="*/ 99 w 130"/>
                  <a:gd name="T33" fmla="*/ 13 h 92"/>
                  <a:gd name="T34" fmla="*/ 105 w 130"/>
                  <a:gd name="T35" fmla="*/ 7 h 92"/>
                  <a:gd name="T36" fmla="*/ 116 w 130"/>
                  <a:gd name="T37" fmla="*/ 7 h 92"/>
                  <a:gd name="T38" fmla="*/ 122 w 130"/>
                  <a:gd name="T39" fmla="*/ 13 h 92"/>
                  <a:gd name="T40" fmla="*/ 116 w 130"/>
                  <a:gd name="T41" fmla="*/ 1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0" h="92">
                    <a:moveTo>
                      <a:pt x="121" y="0"/>
                    </a:moveTo>
                    <a:cubicBezTo>
                      <a:pt x="9" y="0"/>
                      <a:pt x="9" y="0"/>
                      <a:pt x="9" y="0"/>
                    </a:cubicBezTo>
                    <a:cubicBezTo>
                      <a:pt x="4" y="0"/>
                      <a:pt x="0" y="4"/>
                      <a:pt x="0" y="9"/>
                    </a:cubicBezTo>
                    <a:cubicBezTo>
                      <a:pt x="0" y="83"/>
                      <a:pt x="0" y="83"/>
                      <a:pt x="0" y="83"/>
                    </a:cubicBezTo>
                    <a:cubicBezTo>
                      <a:pt x="0" y="88"/>
                      <a:pt x="4" y="92"/>
                      <a:pt x="9" y="92"/>
                    </a:cubicBezTo>
                    <a:cubicBezTo>
                      <a:pt x="121" y="92"/>
                      <a:pt x="121" y="92"/>
                      <a:pt x="121" y="92"/>
                    </a:cubicBezTo>
                    <a:cubicBezTo>
                      <a:pt x="126" y="92"/>
                      <a:pt x="130" y="88"/>
                      <a:pt x="130" y="83"/>
                    </a:cubicBezTo>
                    <a:cubicBezTo>
                      <a:pt x="130" y="9"/>
                      <a:pt x="130" y="9"/>
                      <a:pt x="130" y="9"/>
                    </a:cubicBezTo>
                    <a:cubicBezTo>
                      <a:pt x="130" y="4"/>
                      <a:pt x="126" y="0"/>
                      <a:pt x="121" y="0"/>
                    </a:cubicBezTo>
                    <a:close/>
                    <a:moveTo>
                      <a:pt x="47" y="81"/>
                    </a:moveTo>
                    <a:cubicBezTo>
                      <a:pt x="28" y="81"/>
                      <a:pt x="12" y="66"/>
                      <a:pt x="12" y="46"/>
                    </a:cubicBezTo>
                    <a:cubicBezTo>
                      <a:pt x="12" y="27"/>
                      <a:pt x="28" y="11"/>
                      <a:pt x="47" y="11"/>
                    </a:cubicBezTo>
                    <a:cubicBezTo>
                      <a:pt x="67" y="11"/>
                      <a:pt x="82" y="27"/>
                      <a:pt x="82" y="46"/>
                    </a:cubicBezTo>
                    <a:cubicBezTo>
                      <a:pt x="82" y="66"/>
                      <a:pt x="67" y="81"/>
                      <a:pt x="47" y="81"/>
                    </a:cubicBezTo>
                    <a:close/>
                    <a:moveTo>
                      <a:pt x="116" y="19"/>
                    </a:moveTo>
                    <a:cubicBezTo>
                      <a:pt x="105" y="19"/>
                      <a:pt x="105" y="19"/>
                      <a:pt x="105" y="19"/>
                    </a:cubicBezTo>
                    <a:cubicBezTo>
                      <a:pt x="101" y="19"/>
                      <a:pt x="99" y="17"/>
                      <a:pt x="99" y="13"/>
                    </a:cubicBezTo>
                    <a:cubicBezTo>
                      <a:pt x="99" y="10"/>
                      <a:pt x="101" y="7"/>
                      <a:pt x="105" y="7"/>
                    </a:cubicBezTo>
                    <a:cubicBezTo>
                      <a:pt x="116" y="7"/>
                      <a:pt x="116" y="7"/>
                      <a:pt x="116" y="7"/>
                    </a:cubicBezTo>
                    <a:cubicBezTo>
                      <a:pt x="119" y="7"/>
                      <a:pt x="122" y="10"/>
                      <a:pt x="122" y="13"/>
                    </a:cubicBezTo>
                    <a:cubicBezTo>
                      <a:pt x="122" y="17"/>
                      <a:pt x="119" y="19"/>
                      <a:pt x="116"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sp>
            <p:nvSpPr>
              <p:cNvPr id="14" name="Rectangle 36"/>
              <p:cNvSpPr>
                <a:spLocks noChangeArrowheads="1"/>
              </p:cNvSpPr>
              <p:nvPr/>
            </p:nvSpPr>
            <p:spPr bwMode="auto">
              <a:xfrm>
                <a:off x="5888038" y="2538413"/>
                <a:ext cx="101600"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prstClr val="black"/>
                  </a:solidFill>
                </a:endParaRPr>
              </a:p>
            </p:txBody>
          </p:sp>
          <p:sp>
            <p:nvSpPr>
              <p:cNvPr id="15" name="Oval 37"/>
              <p:cNvSpPr>
                <a:spLocks noChangeArrowheads="1"/>
              </p:cNvSpPr>
              <p:nvPr/>
            </p:nvSpPr>
            <p:spPr bwMode="auto">
              <a:xfrm>
                <a:off x="5951538" y="2697163"/>
                <a:ext cx="128588" cy="12858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prstClr val="black"/>
                  </a:solidFill>
                </a:endParaRPr>
              </a:p>
            </p:txBody>
          </p:sp>
        </p:grpSp>
        <p:grpSp>
          <p:nvGrpSpPr>
            <p:cNvPr id="9" name="Group 42"/>
            <p:cNvGrpSpPr/>
            <p:nvPr/>
          </p:nvGrpSpPr>
          <p:grpSpPr bwMode="auto">
            <a:xfrm>
              <a:off x="3058527" y="5194018"/>
              <a:ext cx="706989" cy="441584"/>
              <a:chOff x="0" y="0"/>
              <a:chExt cx="1485900" cy="927101"/>
            </a:xfrm>
            <a:solidFill>
              <a:schemeClr val="bg1"/>
            </a:solidFill>
          </p:grpSpPr>
          <p:sp>
            <p:nvSpPr>
              <p:cNvPr id="10" name="AutoShape 43"/>
              <p:cNvSpPr/>
              <p:nvPr/>
            </p:nvSpPr>
            <p:spPr bwMode="auto">
              <a:xfrm>
                <a:off x="0" y="0"/>
                <a:ext cx="1485900" cy="9271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600"/>
                      <a:pt x="10800" y="21600"/>
                    </a:cubicBezTo>
                    <a:cubicBezTo>
                      <a:pt x="15302" y="21600"/>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11" name="AutoShape 44"/>
              <p:cNvSpPr/>
              <p:nvPr/>
            </p:nvSpPr>
            <p:spPr bwMode="auto">
              <a:xfrm>
                <a:off x="558012" y="278340"/>
                <a:ext cx="209075" cy="2086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599"/>
                      <a:pt x="2402" y="21599"/>
                    </a:cubicBezTo>
                    <a:cubicBezTo>
                      <a:pt x="3722" y="21599"/>
                      <a:pt x="4799" y="20523"/>
                      <a:pt x="4799" y="19198"/>
                    </a:cubicBezTo>
                    <a:cubicBezTo>
                      <a:pt x="4799" y="11262"/>
                      <a:pt x="11262" y="4803"/>
                      <a:pt x="19202" y="4803"/>
                    </a:cubicBezTo>
                    <a:lnTo>
                      <a:pt x="19202" y="4798"/>
                    </a:lnTo>
                    <a:cubicBezTo>
                      <a:pt x="20523" y="4798"/>
                      <a:pt x="21600" y="3721"/>
                      <a:pt x="21600" y="2401"/>
                    </a:cubicBezTo>
                    <a:cubicBezTo>
                      <a:pt x="21600" y="1076"/>
                      <a:pt x="20523" y="0"/>
                      <a:pt x="19202"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sp>
            <p:nvSpPr>
              <p:cNvPr id="12" name="AutoShape 45"/>
              <p:cNvSpPr/>
              <p:nvPr/>
            </p:nvSpPr>
            <p:spPr bwMode="auto">
              <a:xfrm>
                <a:off x="418509" y="139170"/>
                <a:ext cx="651016" cy="6494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600" y="16765"/>
                      <a:pt x="21600" y="10800"/>
                    </a:cubicBezTo>
                    <a:cubicBezTo>
                      <a:pt x="21600" y="4834"/>
                      <a:pt x="16765"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defTabSz="457200"/>
                <a:endParaRPr lang="en-US" sz="3000">
                  <a:solidFill>
                    <a:srgbClr val="FFFFFF"/>
                  </a:solidFill>
                  <a:effectLst>
                    <a:outerShdw blurRad="38100" dist="38100" dir="2700000" algn="tl">
                      <a:srgbClr val="000000"/>
                    </a:outerShdw>
                  </a:effectLst>
                </a:endParaRPr>
              </a:p>
            </p:txBody>
          </p:sp>
        </p:grpSp>
      </p:grpSp>
      <p:sp>
        <p:nvSpPr>
          <p:cNvPr id="18" name="矩形 17"/>
          <p:cNvSpPr/>
          <p:nvPr/>
        </p:nvSpPr>
        <p:spPr>
          <a:xfrm>
            <a:off x="1030408" y="4006168"/>
            <a:ext cx="3218700" cy="246221"/>
          </a:xfrm>
          <a:prstGeom prst="rect">
            <a:avLst/>
          </a:prstGeom>
        </p:spPr>
        <p:txBody>
          <a:bodyPr wrap="square">
            <a:spAutoFit/>
          </a:bodyPr>
          <a:lstStyle/>
          <a:p>
            <a:pPr algn="just"/>
            <a:r>
              <a:rPr lang="en-US" altLang="zh-CN" sz="1000" dirty="0" smtClean="0">
                <a:solidFill>
                  <a:srgbClr val="BFBFBF"/>
                </a:solidFill>
                <a:latin typeface="造字工房悦黑体验版纤细体" pitchFamily="50" charset="-122"/>
                <a:ea typeface="造字工房悦黑体验版纤细体" pitchFamily="50" charset="-122"/>
              </a:rPr>
              <a:t>COPY OR WRITE YOUR TEXT AND PASTE IT HERE</a:t>
            </a:r>
            <a:endParaRPr lang="zh-CN" altLang="en-US" sz="1000" dirty="0">
              <a:solidFill>
                <a:srgbClr val="BFBFBF"/>
              </a:solidFill>
              <a:latin typeface="造字工房悦黑体验版纤细体" pitchFamily="50" charset="-122"/>
              <a:ea typeface="造字工房悦黑体验版纤细体" pitchFamily="50" charset="-122"/>
            </a:endParaRPr>
          </a:p>
        </p:txBody>
      </p:sp>
      <p:sp>
        <p:nvSpPr>
          <p:cNvPr id="19" name="矩形 18"/>
          <p:cNvSpPr/>
          <p:nvPr/>
        </p:nvSpPr>
        <p:spPr>
          <a:xfrm>
            <a:off x="1011358" y="4277460"/>
            <a:ext cx="4348914" cy="1000274"/>
          </a:xfrm>
          <a:prstGeom prst="rect">
            <a:avLst/>
          </a:prstGeom>
        </p:spPr>
        <p:txBody>
          <a:bodyPr wrap="square">
            <a:spAutoFit/>
          </a:bodyPr>
          <a:lstStyle/>
          <a:p>
            <a:pPr>
              <a:lnSpc>
                <a:spcPct val="150000"/>
              </a:lnSpc>
            </a:pPr>
            <a:r>
              <a:rPr lang="en-US" altLang="zh-CN" sz="800" spc="300" dirty="0" err="1" smtClean="0">
                <a:solidFill>
                  <a:schemeClr val="bg1"/>
                </a:solidFill>
                <a:latin typeface="造字工房悦黑体验版纤细体" pitchFamily="50" charset="-122"/>
                <a:ea typeface="造字工房悦黑体验版纤细体" pitchFamily="50" charset="-122"/>
              </a:rPr>
              <a:t>Qianyu</a:t>
            </a:r>
            <a:r>
              <a:rPr lang="en-US" altLang="zh-CN" sz="800" spc="300" dirty="0" smtClean="0">
                <a:solidFill>
                  <a:schemeClr val="bg1"/>
                </a:solidFill>
                <a:latin typeface="造字工房悦黑体验版纤细体" pitchFamily="50" charset="-122"/>
                <a:ea typeface="造字工房悦黑体验版纤细体" pitchFamily="50" charset="-122"/>
              </a:rPr>
              <a:t> </a:t>
            </a:r>
            <a:r>
              <a:rPr lang="en-US" altLang="zh-CN" sz="800" spc="300" dirty="0" err="1" smtClean="0">
                <a:solidFill>
                  <a:schemeClr val="bg1"/>
                </a:solidFill>
                <a:latin typeface="造字工房悦黑体验版纤细体" pitchFamily="50" charset="-122"/>
                <a:ea typeface="造字工房悦黑体验版纤细体" pitchFamily="50" charset="-122"/>
              </a:rPr>
              <a:t>ppt</a:t>
            </a:r>
            <a:r>
              <a:rPr lang="en-US" altLang="zh-CN" sz="800" spc="300" dirty="0" smtClean="0">
                <a:solidFill>
                  <a:schemeClr val="bg1"/>
                </a:solidFill>
                <a:latin typeface="造字工房悦黑体验版纤细体" pitchFamily="50" charset="-122"/>
                <a:ea typeface="造字工房悦黑体验版纤细体" pitchFamily="50" charset="-122"/>
              </a:rPr>
              <a:t> attention in the demonstration of the template design and production, beautify, insisted on because of the love, so attention of the design concept, the pursuit of beauty and practical combination of, love life, love the design</a:t>
            </a:r>
            <a:endParaRPr lang="zh-CN" altLang="en-US" sz="800" spc="300" dirty="0">
              <a:solidFill>
                <a:schemeClr val="bg1"/>
              </a:solidFill>
              <a:latin typeface="造字工房悦黑体验版纤细体" pitchFamily="50" charset="-122"/>
              <a:ea typeface="造字工房悦黑体验版纤细体" pitchFamily="50" charset="-122"/>
            </a:endParaRPr>
          </a:p>
        </p:txBody>
      </p:sp>
      <p:sp>
        <p:nvSpPr>
          <p:cNvPr id="20" name="矩形 19"/>
          <p:cNvSpPr/>
          <p:nvPr/>
        </p:nvSpPr>
        <p:spPr>
          <a:xfrm>
            <a:off x="587812" y="1086670"/>
            <a:ext cx="4772460" cy="830997"/>
          </a:xfrm>
          <a:prstGeom prst="rect">
            <a:avLst/>
          </a:prstGeom>
        </p:spPr>
        <p:txBody>
          <a:bodyPr wrap="none">
            <a:spAutoFit/>
          </a:bodyPr>
          <a:lstStyle/>
          <a:p>
            <a:r>
              <a:rPr lang="en-US" altLang="zh-CN" sz="4800" b="1" dirty="0">
                <a:solidFill>
                  <a:schemeClr val="bg1"/>
                </a:solidFill>
              </a:rPr>
              <a:t>ADD TITLE HERE</a:t>
            </a:r>
            <a:endParaRPr lang="en-US" altLang="zh-CN" sz="4800" b="1" dirty="0">
              <a:solidFill>
                <a:schemeClr val="bg1"/>
              </a:solidFill>
            </a:endParaRPr>
          </a:p>
        </p:txBody>
      </p:sp>
      <p:sp>
        <p:nvSpPr>
          <p:cNvPr id="21" name="矩形 20"/>
          <p:cNvSpPr/>
          <p:nvPr/>
        </p:nvSpPr>
        <p:spPr>
          <a:xfrm>
            <a:off x="613212" y="1882033"/>
            <a:ext cx="4696260" cy="261610"/>
          </a:xfrm>
          <a:prstGeom prst="rect">
            <a:avLst/>
          </a:prstGeom>
        </p:spPr>
        <p:txBody>
          <a:bodyPr wrap="square">
            <a:spAutoFit/>
          </a:bodyPr>
          <a:lstStyle/>
          <a:p>
            <a:pPr algn="just"/>
            <a:r>
              <a:rPr lang="en-US" altLang="zh-CN" sz="1100" spc="300" dirty="0" smtClean="0">
                <a:solidFill>
                  <a:schemeClr val="bg1"/>
                </a:solidFill>
                <a:latin typeface="造字工房悦黑体验版纤细体" pitchFamily="50" charset="-122"/>
                <a:ea typeface="造字工房悦黑体验版纤细体" pitchFamily="50" charset="-122"/>
              </a:rPr>
              <a:t>COPY OR WRITE YOUR TEXT AND PASTE IT HERE</a:t>
            </a:r>
            <a:endParaRPr lang="zh-CN" altLang="en-US" sz="1100" spc="300" dirty="0">
              <a:solidFill>
                <a:schemeClr val="bg1"/>
              </a:solidFill>
              <a:latin typeface="造字工房悦黑体验版纤细体" pitchFamily="50" charset="-122"/>
              <a:ea typeface="造字工房悦黑体验版纤细体" pitchFamily="50"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76200" y="-76200"/>
            <a:ext cx="7200900" cy="7010400"/>
          </a:xfrm>
          <a:custGeom>
            <a:avLst/>
            <a:gdLst>
              <a:gd name="connsiteX0" fmla="*/ 0 w 7200900"/>
              <a:gd name="connsiteY0" fmla="*/ 0 h 7010400"/>
              <a:gd name="connsiteX1" fmla="*/ 38100 w 7200900"/>
              <a:gd name="connsiteY1" fmla="*/ 7010400 h 7010400"/>
              <a:gd name="connsiteX2" fmla="*/ 7200900 w 7200900"/>
              <a:gd name="connsiteY2" fmla="*/ 6972300 h 7010400"/>
              <a:gd name="connsiteX3" fmla="*/ 6438900 w 7200900"/>
              <a:gd name="connsiteY3" fmla="*/ 0 h 7010400"/>
              <a:gd name="connsiteX4" fmla="*/ 0 w 7200900"/>
              <a:gd name="connsiteY4" fmla="*/ 0 h 701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0900" h="7010400">
                <a:moveTo>
                  <a:pt x="0" y="0"/>
                </a:moveTo>
                <a:lnTo>
                  <a:pt x="38100" y="7010400"/>
                </a:lnTo>
                <a:lnTo>
                  <a:pt x="7200900" y="6972300"/>
                </a:lnTo>
                <a:lnTo>
                  <a:pt x="6438900" y="0"/>
                </a:lnTo>
                <a:lnTo>
                  <a:pt x="0" y="0"/>
                </a:lnTo>
                <a:close/>
              </a:path>
            </a:pathLst>
          </a:custGeom>
          <a:blipFill>
            <a:blip r:embed="rId1"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4800600" y="3924300"/>
            <a:ext cx="7429500" cy="2933700"/>
          </a:xfrm>
          <a:custGeom>
            <a:avLst/>
            <a:gdLst>
              <a:gd name="connsiteX0" fmla="*/ 0 w 7429500"/>
              <a:gd name="connsiteY0" fmla="*/ 2933700 h 2933700"/>
              <a:gd name="connsiteX1" fmla="*/ 7429500 w 7429500"/>
              <a:gd name="connsiteY1" fmla="*/ 2933700 h 2933700"/>
              <a:gd name="connsiteX2" fmla="*/ 7391400 w 7429500"/>
              <a:gd name="connsiteY2" fmla="*/ 723900 h 2933700"/>
              <a:gd name="connsiteX3" fmla="*/ 3086100 w 7429500"/>
              <a:gd name="connsiteY3" fmla="*/ 0 h 2933700"/>
              <a:gd name="connsiteX4" fmla="*/ 0 w 7429500"/>
              <a:gd name="connsiteY4" fmla="*/ 2933700 h 2933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0" h="2933700">
                <a:moveTo>
                  <a:pt x="0" y="2933700"/>
                </a:moveTo>
                <a:lnTo>
                  <a:pt x="7429500" y="2933700"/>
                </a:lnTo>
                <a:lnTo>
                  <a:pt x="7391400" y="723900"/>
                </a:lnTo>
                <a:lnTo>
                  <a:pt x="3086100" y="0"/>
                </a:lnTo>
                <a:lnTo>
                  <a:pt x="0" y="2933700"/>
                </a:lnTo>
                <a:close/>
              </a:path>
            </a:pathLst>
          </a:custGeom>
          <a:solidFill>
            <a:srgbClr val="E5007F"/>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rot="13214799" flipH="1">
            <a:off x="-882691" y="1506288"/>
            <a:ext cx="2861187" cy="243184"/>
          </a:xfrm>
          <a:prstGeom prst="triangle">
            <a:avLst>
              <a:gd name="adj" fmla="val 75135"/>
            </a:avLst>
          </a:prstGeom>
          <a:solidFill>
            <a:schemeClr val="tx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17126783" flipH="1">
            <a:off x="2982089" y="-384746"/>
            <a:ext cx="2861187" cy="436865"/>
          </a:xfrm>
          <a:prstGeom prst="triangle">
            <a:avLst>
              <a:gd name="adj" fmla="val 75135"/>
            </a:avLst>
          </a:prstGeom>
          <a:solidFill>
            <a:srgbClr val="E5007F"/>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20526997" flipH="1" flipV="1">
            <a:off x="4826483" y="3224764"/>
            <a:ext cx="1903804" cy="236162"/>
          </a:xfrm>
          <a:prstGeom prst="triangle">
            <a:avLst>
              <a:gd name="adj" fmla="val 75135"/>
            </a:avLst>
          </a:prstGeom>
          <a:solidFill>
            <a:srgbClr val="E5007F"/>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20526997" flipH="1" flipV="1">
            <a:off x="4469786" y="2586597"/>
            <a:ext cx="956186" cy="159792"/>
          </a:xfrm>
          <a:prstGeom prst="triangle">
            <a:avLst>
              <a:gd name="adj" fmla="val 75135"/>
            </a:avLst>
          </a:prstGeom>
          <a:solidFill>
            <a:schemeClr val="tx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7241300" flipH="1" flipV="1">
            <a:off x="1065089" y="5039972"/>
            <a:ext cx="956186" cy="159792"/>
          </a:xfrm>
          <a:prstGeom prst="triangle">
            <a:avLst>
              <a:gd name="adj" fmla="val 75135"/>
            </a:avLst>
          </a:prstGeom>
          <a:solidFill>
            <a:srgbClr val="E5007F"/>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3654597" flipH="1" flipV="1">
            <a:off x="3250125" y="4831763"/>
            <a:ext cx="3335915" cy="709466"/>
          </a:xfrm>
          <a:prstGeom prst="triangle">
            <a:avLst>
              <a:gd name="adj" fmla="val 75062"/>
            </a:avLst>
          </a:pr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7449110" flipH="1" flipV="1">
            <a:off x="2269094" y="6296492"/>
            <a:ext cx="1740132" cy="709466"/>
          </a:xfrm>
          <a:prstGeom prst="triangle">
            <a:avLst>
              <a:gd name="adj" fmla="val 75062"/>
            </a:avLst>
          </a:prstGeom>
          <a:solidFill>
            <a:srgbClr val="E5007F"/>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19576502" flipH="1" flipV="1">
            <a:off x="-2632031" y="5176601"/>
            <a:ext cx="4160641" cy="249582"/>
          </a:xfrm>
          <a:prstGeom prst="triangle">
            <a:avLst>
              <a:gd name="adj" fmla="val 75062"/>
            </a:avLst>
          </a:prstGeom>
          <a:solidFill>
            <a:srgbClr val="E5007F"/>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7241300" flipH="1" flipV="1">
            <a:off x="1484543" y="6491099"/>
            <a:ext cx="956186" cy="159792"/>
          </a:xfrm>
          <a:prstGeom prst="triangle">
            <a:avLst>
              <a:gd name="adj" fmla="val 75135"/>
            </a:avLst>
          </a:prstGeom>
          <a:solidFill>
            <a:schemeClr val="tx1"/>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2321262" y="2461754"/>
            <a:ext cx="1299886" cy="1472352"/>
            <a:chOff x="4356097" y="1458254"/>
            <a:chExt cx="3479801" cy="3941494"/>
          </a:xfrm>
          <a:effectLst>
            <a:outerShdw blurRad="50800" dist="38100" dir="5400000" algn="t" rotWithShape="0">
              <a:prstClr val="black">
                <a:alpha val="40000"/>
              </a:prstClr>
            </a:outerShdw>
          </a:effectLst>
        </p:grpSpPr>
        <p:sp>
          <p:nvSpPr>
            <p:cNvPr id="18" name="Freeform 6"/>
            <p:cNvSpPr/>
            <p:nvPr/>
          </p:nvSpPr>
          <p:spPr bwMode="auto">
            <a:xfrm rot="16200000">
              <a:off x="4706109" y="2201917"/>
              <a:ext cx="2779780" cy="2454166"/>
            </a:xfrm>
            <a:custGeom>
              <a:avLst/>
              <a:gdLst>
                <a:gd name="T0" fmla="*/ 878 w 1755"/>
                <a:gd name="T1" fmla="*/ 1 h 1549"/>
                <a:gd name="T2" fmla="*/ 1228 w 1755"/>
                <a:gd name="T3" fmla="*/ 1 h 1549"/>
                <a:gd name="T4" fmla="*/ 1318 w 1755"/>
                <a:gd name="T5" fmla="*/ 31 h 1549"/>
                <a:gd name="T6" fmla="*/ 1387 w 1755"/>
                <a:gd name="T7" fmla="*/ 110 h 1549"/>
                <a:gd name="T8" fmla="*/ 1716 w 1755"/>
                <a:gd name="T9" fmla="*/ 679 h 1549"/>
                <a:gd name="T10" fmla="*/ 1716 w 1755"/>
                <a:gd name="T11" fmla="*/ 871 h 1549"/>
                <a:gd name="T12" fmla="*/ 1381 w 1755"/>
                <a:gd name="T13" fmla="*/ 1450 h 1549"/>
                <a:gd name="T14" fmla="*/ 1262 w 1755"/>
                <a:gd name="T15" fmla="*/ 1547 h 1549"/>
                <a:gd name="T16" fmla="*/ 1242 w 1755"/>
                <a:gd name="T17" fmla="*/ 1549 h 1549"/>
                <a:gd name="T18" fmla="*/ 513 w 1755"/>
                <a:gd name="T19" fmla="*/ 1549 h 1549"/>
                <a:gd name="T20" fmla="*/ 403 w 1755"/>
                <a:gd name="T21" fmla="*/ 1488 h 1549"/>
                <a:gd name="T22" fmla="*/ 346 w 1755"/>
                <a:gd name="T23" fmla="*/ 1402 h 1549"/>
                <a:gd name="T24" fmla="*/ 35 w 1755"/>
                <a:gd name="T25" fmla="*/ 864 h 1549"/>
                <a:gd name="T26" fmla="*/ 34 w 1755"/>
                <a:gd name="T27" fmla="*/ 687 h 1549"/>
                <a:gd name="T28" fmla="*/ 378 w 1755"/>
                <a:gd name="T29" fmla="*/ 94 h 1549"/>
                <a:gd name="T30" fmla="*/ 493 w 1755"/>
                <a:gd name="T31" fmla="*/ 4 h 1549"/>
                <a:gd name="T32" fmla="*/ 514 w 1755"/>
                <a:gd name="T33" fmla="*/ 1 h 1549"/>
                <a:gd name="T34" fmla="*/ 878 w 1755"/>
                <a:gd name="T35" fmla="*/ 1 h 1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5" h="1549">
                  <a:moveTo>
                    <a:pt x="878" y="1"/>
                  </a:moveTo>
                  <a:cubicBezTo>
                    <a:pt x="995" y="1"/>
                    <a:pt x="1111" y="2"/>
                    <a:pt x="1228" y="1"/>
                  </a:cubicBezTo>
                  <a:cubicBezTo>
                    <a:pt x="1262" y="0"/>
                    <a:pt x="1291" y="11"/>
                    <a:pt x="1318" y="31"/>
                  </a:cubicBezTo>
                  <a:cubicBezTo>
                    <a:pt x="1347" y="52"/>
                    <a:pt x="1369" y="79"/>
                    <a:pt x="1387" y="110"/>
                  </a:cubicBezTo>
                  <a:cubicBezTo>
                    <a:pt x="1496" y="300"/>
                    <a:pt x="1605" y="490"/>
                    <a:pt x="1716" y="679"/>
                  </a:cubicBezTo>
                  <a:cubicBezTo>
                    <a:pt x="1755" y="744"/>
                    <a:pt x="1755" y="805"/>
                    <a:pt x="1716" y="871"/>
                  </a:cubicBezTo>
                  <a:cubicBezTo>
                    <a:pt x="1603" y="1063"/>
                    <a:pt x="1493" y="1257"/>
                    <a:pt x="1381" y="1450"/>
                  </a:cubicBezTo>
                  <a:cubicBezTo>
                    <a:pt x="1354" y="1497"/>
                    <a:pt x="1315" y="1531"/>
                    <a:pt x="1262" y="1547"/>
                  </a:cubicBezTo>
                  <a:cubicBezTo>
                    <a:pt x="1256" y="1548"/>
                    <a:pt x="1249" y="1549"/>
                    <a:pt x="1242" y="1549"/>
                  </a:cubicBezTo>
                  <a:cubicBezTo>
                    <a:pt x="999" y="1549"/>
                    <a:pt x="756" y="1549"/>
                    <a:pt x="513" y="1549"/>
                  </a:cubicBezTo>
                  <a:cubicBezTo>
                    <a:pt x="466" y="1549"/>
                    <a:pt x="431" y="1521"/>
                    <a:pt x="403" y="1488"/>
                  </a:cubicBezTo>
                  <a:cubicBezTo>
                    <a:pt x="380" y="1462"/>
                    <a:pt x="363" y="1432"/>
                    <a:pt x="346" y="1402"/>
                  </a:cubicBezTo>
                  <a:cubicBezTo>
                    <a:pt x="242" y="1223"/>
                    <a:pt x="139" y="1043"/>
                    <a:pt x="35" y="864"/>
                  </a:cubicBezTo>
                  <a:cubicBezTo>
                    <a:pt x="0" y="804"/>
                    <a:pt x="0" y="746"/>
                    <a:pt x="34" y="687"/>
                  </a:cubicBezTo>
                  <a:cubicBezTo>
                    <a:pt x="149" y="489"/>
                    <a:pt x="263" y="291"/>
                    <a:pt x="378" y="94"/>
                  </a:cubicBezTo>
                  <a:cubicBezTo>
                    <a:pt x="404" y="49"/>
                    <a:pt x="442" y="18"/>
                    <a:pt x="493" y="4"/>
                  </a:cubicBezTo>
                  <a:cubicBezTo>
                    <a:pt x="500" y="2"/>
                    <a:pt x="507" y="1"/>
                    <a:pt x="514" y="1"/>
                  </a:cubicBezTo>
                  <a:cubicBezTo>
                    <a:pt x="635" y="1"/>
                    <a:pt x="757" y="1"/>
                    <a:pt x="878" y="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6"/>
            <p:cNvSpPr/>
            <p:nvPr/>
          </p:nvSpPr>
          <p:spPr bwMode="auto">
            <a:xfrm rot="16200000">
              <a:off x="4125251" y="1689100"/>
              <a:ext cx="3941494" cy="3479801"/>
            </a:xfrm>
            <a:custGeom>
              <a:avLst/>
              <a:gdLst>
                <a:gd name="T0" fmla="*/ 878 w 1755"/>
                <a:gd name="T1" fmla="*/ 1 h 1549"/>
                <a:gd name="T2" fmla="*/ 1228 w 1755"/>
                <a:gd name="T3" fmla="*/ 1 h 1549"/>
                <a:gd name="T4" fmla="*/ 1318 w 1755"/>
                <a:gd name="T5" fmla="*/ 31 h 1549"/>
                <a:gd name="T6" fmla="*/ 1387 w 1755"/>
                <a:gd name="T7" fmla="*/ 110 h 1549"/>
                <a:gd name="T8" fmla="*/ 1716 w 1755"/>
                <a:gd name="T9" fmla="*/ 679 h 1549"/>
                <a:gd name="T10" fmla="*/ 1716 w 1755"/>
                <a:gd name="T11" fmla="*/ 871 h 1549"/>
                <a:gd name="T12" fmla="*/ 1381 w 1755"/>
                <a:gd name="T13" fmla="*/ 1450 h 1549"/>
                <a:gd name="T14" fmla="*/ 1262 w 1755"/>
                <a:gd name="T15" fmla="*/ 1547 h 1549"/>
                <a:gd name="T16" fmla="*/ 1242 w 1755"/>
                <a:gd name="T17" fmla="*/ 1549 h 1549"/>
                <a:gd name="T18" fmla="*/ 513 w 1755"/>
                <a:gd name="T19" fmla="*/ 1549 h 1549"/>
                <a:gd name="T20" fmla="*/ 403 w 1755"/>
                <a:gd name="T21" fmla="*/ 1488 h 1549"/>
                <a:gd name="T22" fmla="*/ 346 w 1755"/>
                <a:gd name="T23" fmla="*/ 1402 h 1549"/>
                <a:gd name="T24" fmla="*/ 35 w 1755"/>
                <a:gd name="T25" fmla="*/ 864 h 1549"/>
                <a:gd name="T26" fmla="*/ 34 w 1755"/>
                <a:gd name="T27" fmla="*/ 687 h 1549"/>
                <a:gd name="T28" fmla="*/ 378 w 1755"/>
                <a:gd name="T29" fmla="*/ 94 h 1549"/>
                <a:gd name="T30" fmla="*/ 493 w 1755"/>
                <a:gd name="T31" fmla="*/ 4 h 1549"/>
                <a:gd name="T32" fmla="*/ 514 w 1755"/>
                <a:gd name="T33" fmla="*/ 1 h 1549"/>
                <a:gd name="T34" fmla="*/ 878 w 1755"/>
                <a:gd name="T35" fmla="*/ 1 h 1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5" h="1549">
                  <a:moveTo>
                    <a:pt x="878" y="1"/>
                  </a:moveTo>
                  <a:cubicBezTo>
                    <a:pt x="995" y="1"/>
                    <a:pt x="1111" y="2"/>
                    <a:pt x="1228" y="1"/>
                  </a:cubicBezTo>
                  <a:cubicBezTo>
                    <a:pt x="1262" y="0"/>
                    <a:pt x="1291" y="11"/>
                    <a:pt x="1318" y="31"/>
                  </a:cubicBezTo>
                  <a:cubicBezTo>
                    <a:pt x="1347" y="52"/>
                    <a:pt x="1369" y="79"/>
                    <a:pt x="1387" y="110"/>
                  </a:cubicBezTo>
                  <a:cubicBezTo>
                    <a:pt x="1496" y="300"/>
                    <a:pt x="1605" y="490"/>
                    <a:pt x="1716" y="679"/>
                  </a:cubicBezTo>
                  <a:cubicBezTo>
                    <a:pt x="1755" y="744"/>
                    <a:pt x="1755" y="805"/>
                    <a:pt x="1716" y="871"/>
                  </a:cubicBezTo>
                  <a:cubicBezTo>
                    <a:pt x="1603" y="1063"/>
                    <a:pt x="1493" y="1257"/>
                    <a:pt x="1381" y="1450"/>
                  </a:cubicBezTo>
                  <a:cubicBezTo>
                    <a:pt x="1354" y="1497"/>
                    <a:pt x="1315" y="1531"/>
                    <a:pt x="1262" y="1547"/>
                  </a:cubicBezTo>
                  <a:cubicBezTo>
                    <a:pt x="1256" y="1548"/>
                    <a:pt x="1249" y="1549"/>
                    <a:pt x="1242" y="1549"/>
                  </a:cubicBezTo>
                  <a:cubicBezTo>
                    <a:pt x="999" y="1549"/>
                    <a:pt x="756" y="1549"/>
                    <a:pt x="513" y="1549"/>
                  </a:cubicBezTo>
                  <a:cubicBezTo>
                    <a:pt x="466" y="1549"/>
                    <a:pt x="431" y="1521"/>
                    <a:pt x="403" y="1488"/>
                  </a:cubicBezTo>
                  <a:cubicBezTo>
                    <a:pt x="380" y="1462"/>
                    <a:pt x="363" y="1432"/>
                    <a:pt x="346" y="1402"/>
                  </a:cubicBezTo>
                  <a:cubicBezTo>
                    <a:pt x="242" y="1223"/>
                    <a:pt x="139" y="1043"/>
                    <a:pt x="35" y="864"/>
                  </a:cubicBezTo>
                  <a:cubicBezTo>
                    <a:pt x="0" y="804"/>
                    <a:pt x="0" y="746"/>
                    <a:pt x="34" y="687"/>
                  </a:cubicBezTo>
                  <a:cubicBezTo>
                    <a:pt x="149" y="489"/>
                    <a:pt x="263" y="291"/>
                    <a:pt x="378" y="94"/>
                  </a:cubicBezTo>
                  <a:cubicBezTo>
                    <a:pt x="404" y="49"/>
                    <a:pt x="442" y="18"/>
                    <a:pt x="493" y="4"/>
                  </a:cubicBezTo>
                  <a:cubicBezTo>
                    <a:pt x="500" y="2"/>
                    <a:pt x="507" y="1"/>
                    <a:pt x="514" y="1"/>
                  </a:cubicBezTo>
                  <a:cubicBezTo>
                    <a:pt x="635" y="1"/>
                    <a:pt x="757" y="1"/>
                    <a:pt x="878" y="1"/>
                  </a:cubicBezTo>
                  <a:close/>
                </a:path>
              </a:pathLst>
            </a:custGeom>
            <a:noFill/>
            <a:ln w="28575">
              <a:solidFill>
                <a:schemeClr val="bg1"/>
              </a:solidFill>
            </a:ln>
          </p:spPr>
          <p:txBody>
            <a:bodyPr vert="horz" wrap="square" lIns="91440" tIns="45720" rIns="91440" bIns="45720" numCol="1" anchor="t" anchorCtr="0" compatLnSpc="1"/>
            <a:lstStyle/>
            <a:p>
              <a:endParaRPr lang="zh-CN" altLang="en-US"/>
            </a:p>
          </p:txBody>
        </p:sp>
        <p:grpSp>
          <p:nvGrpSpPr>
            <p:cNvPr id="20" name="组合 19"/>
            <p:cNvGrpSpPr/>
            <p:nvPr/>
          </p:nvGrpSpPr>
          <p:grpSpPr>
            <a:xfrm>
              <a:off x="5397499" y="2907800"/>
              <a:ext cx="1313189" cy="1345975"/>
              <a:chOff x="5241925" y="2803025"/>
              <a:chExt cx="1673225" cy="1715000"/>
            </a:xfrm>
            <a:solidFill>
              <a:schemeClr val="bg1"/>
            </a:solidFill>
          </p:grpSpPr>
          <p:sp>
            <p:nvSpPr>
              <p:cNvPr id="22" name="直角三角形 21"/>
              <p:cNvSpPr/>
              <p:nvPr/>
            </p:nvSpPr>
            <p:spPr>
              <a:xfrm flipH="1" flipV="1">
                <a:off x="5241925" y="2803025"/>
                <a:ext cx="864300" cy="1080000"/>
              </a:xfrm>
              <a:prstGeom prst="rtTriangle">
                <a:avLst/>
              </a:pr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直角三角形 22"/>
              <p:cNvSpPr/>
              <p:nvPr/>
            </p:nvSpPr>
            <p:spPr>
              <a:xfrm flipV="1">
                <a:off x="6153150" y="2803025"/>
                <a:ext cx="762000" cy="1715000"/>
              </a:xfrm>
              <a:prstGeom prst="rtTriangle">
                <a:avLst/>
              </a:prstGeom>
              <a:solidFill>
                <a:srgbClr val="E500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平行四边形 20"/>
            <p:cNvSpPr/>
            <p:nvPr/>
          </p:nvSpPr>
          <p:spPr>
            <a:xfrm rot="2227037">
              <a:off x="6885752" y="4153367"/>
              <a:ext cx="478268" cy="483379"/>
            </a:xfrm>
            <a:prstGeom prst="parallelogram">
              <a:avLst>
                <a:gd name="adj" fmla="val 4219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p:cNvSpPr txBox="1"/>
          <p:nvPr/>
        </p:nvSpPr>
        <p:spPr>
          <a:xfrm>
            <a:off x="7110880" y="2192112"/>
            <a:ext cx="4501487" cy="1107996"/>
          </a:xfrm>
          <a:prstGeom prst="rect">
            <a:avLst/>
          </a:prstGeom>
          <a:noFill/>
        </p:spPr>
        <p:txBody>
          <a:bodyPr wrap="square" rtlCol="0">
            <a:spAutoFit/>
          </a:bodyPr>
          <a:lstStyle/>
          <a:p>
            <a:r>
              <a:rPr lang="en-US" altLang="zh-CN" sz="6600" b="1" spc="600" dirty="0" smtClean="0">
                <a:solidFill>
                  <a:sysClr val="windowText" lastClr="0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THANKS</a:t>
            </a:r>
            <a:endParaRPr lang="en-US" altLang="zh-CN" sz="6600" b="1" spc="600" dirty="0" smtClean="0">
              <a:solidFill>
                <a:sysClr val="windowText" lastClr="0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25" name="矩形 24"/>
          <p:cNvSpPr/>
          <p:nvPr/>
        </p:nvSpPr>
        <p:spPr>
          <a:xfrm>
            <a:off x="7384888" y="3124546"/>
            <a:ext cx="3788217" cy="369332"/>
          </a:xfrm>
          <a:prstGeom prst="rect">
            <a:avLst/>
          </a:prstGeom>
        </p:spPr>
        <p:txBody>
          <a:bodyPr wrap="none">
            <a:spAutoFit/>
          </a:bodyPr>
          <a:lstStyle/>
          <a:p>
            <a:r>
              <a:rPr lang="en-US" altLang="zh-CN" spc="600" dirty="0">
                <a:solidFill>
                  <a:sysClr val="windowText" lastClr="000000"/>
                </a:solidFill>
                <a:latin typeface="+mn-ea"/>
              </a:rPr>
              <a:t>FOR YOUR WATCHING</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logo">
            <a:hlinkClick r:id="rId1" action="ppaction://hlinkfile"/>
          </p:cNvPr>
          <p:cNvPicPr>
            <a:picLocks noChangeAspect="1"/>
          </p:cNvPicPr>
          <p:nvPr/>
        </p:nvPicPr>
        <p:blipFill>
          <a:blip r:embed="rId2"/>
          <a:stretch>
            <a:fillRect/>
          </a:stretch>
        </p:blipFill>
        <p:spPr>
          <a:xfrm>
            <a:off x="3281680" y="363220"/>
            <a:ext cx="6238240" cy="1437640"/>
          </a:xfrm>
          <a:prstGeom prst="rect">
            <a:avLst/>
          </a:prstGeom>
        </p:spPr>
      </p:pic>
      <p:grpSp>
        <p:nvGrpSpPr>
          <p:cNvPr id="7" name="组合 6"/>
          <p:cNvGrpSpPr/>
          <p:nvPr/>
        </p:nvGrpSpPr>
        <p:grpSpPr>
          <a:xfrm>
            <a:off x="0" y="2435013"/>
            <a:ext cx="12192000" cy="4428067"/>
            <a:chOff x="0" y="2876"/>
            <a:chExt cx="14400" cy="5230"/>
          </a:xfrm>
        </p:grpSpPr>
        <p:sp>
          <p:nvSpPr>
            <p:cNvPr id="3" name="Rectangle 17"/>
            <p:cNvSpPr>
              <a:spLocks noChangeArrowheads="1"/>
            </p:cNvSpPr>
            <p:nvPr/>
          </p:nvSpPr>
          <p:spPr bwMode="gray">
            <a:xfrm>
              <a:off x="0" y="2876"/>
              <a:ext cx="14400" cy="5230"/>
            </a:xfrm>
            <a:prstGeom prst="rect">
              <a:avLst/>
            </a:prstGeom>
            <a:solidFill>
              <a:schemeClr val="tx2">
                <a:lumMod val="75000"/>
              </a:schemeClr>
            </a:solidFill>
            <a:ln w="9525">
              <a:noFill/>
              <a:miter lim="800000"/>
            </a:ln>
          </p:spPr>
          <p:txBody>
            <a:bodyPr wrap="none" anchor="ctr"/>
            <a:lstStyle/>
            <a:p>
              <a:pPr defTabSz="914400" eaLnBrk="1" fontAlgn="auto" hangingPunct="1">
                <a:spcBef>
                  <a:spcPts val="0"/>
                </a:spcBef>
                <a:spcAft>
                  <a:spcPts val="0"/>
                </a:spcAft>
                <a:defRPr/>
              </a:pPr>
              <a:endParaRPr lang="zh-CN" altLang="en-US" sz="2400" kern="0" dirty="0">
                <a:solidFill>
                  <a:srgbClr val="005397"/>
                </a:solidFill>
                <a:latin typeface="Arial" panose="020B0604020202020204"/>
                <a:ea typeface="微软雅黑" panose="020B0503020204020204" pitchFamily="34" charset="-122"/>
              </a:endParaRPr>
            </a:p>
          </p:txBody>
        </p:sp>
        <p:sp>
          <p:nvSpPr>
            <p:cNvPr id="15" name="Rectangle 3"/>
            <p:cNvSpPr>
              <a:spLocks noChangeArrowheads="1"/>
            </p:cNvSpPr>
            <p:nvPr/>
          </p:nvSpPr>
          <p:spPr bwMode="auto">
            <a:xfrm>
              <a:off x="450" y="3094"/>
              <a:ext cx="13538" cy="227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1" fontAlgn="auto" hangingPunct="1">
                <a:spcBef>
                  <a:spcPct val="20000"/>
                </a:spcBef>
                <a:spcAft>
                  <a:spcPts val="0"/>
                </a:spcAft>
                <a:buClr>
                  <a:srgbClr val="5B8CC1"/>
                </a:buClr>
                <a:buFont typeface="Wingdings" panose="05000000000000000000" pitchFamily="2" charset="2"/>
                <a:buNone/>
                <a:defRPr/>
              </a:pPr>
              <a:r>
                <a:rPr lang="zh-CN" altLang="en-US" sz="2665" b="1" kern="0" dirty="0" smtClean="0">
                  <a:solidFill>
                    <a:prstClr val="white"/>
                  </a:solidFill>
                  <a:latin typeface="微软雅黑" panose="020B0503020204020204" pitchFamily="34" charset="-122"/>
                  <a:ea typeface="微软雅黑" panose="020B0503020204020204" pitchFamily="34" charset="-122"/>
                </a:rPr>
                <a:t>Can be used in the following situations</a:t>
              </a:r>
              <a:endParaRPr lang="zh-CN" altLang="en-US" sz="2665" b="1" kern="0" dirty="0" smtClean="0">
                <a:solidFill>
                  <a:prstClr val="white"/>
                </a:solidFill>
                <a:latin typeface="微软雅黑" panose="020B0503020204020204" pitchFamily="34" charset="-122"/>
                <a:ea typeface="微软雅黑" panose="020B0503020204020204" pitchFamily="34" charset="-122"/>
              </a:endParaRPr>
            </a:p>
            <a:p>
              <a:pPr marL="342900" indent="-342900" defTabSz="914400" eaLnBrk="1" fontAlgn="auto" hangingPunct="1">
                <a:spcBef>
                  <a:spcPct val="20000"/>
                </a:spcBef>
                <a:spcAft>
                  <a:spcPts val="0"/>
                </a:spcAft>
                <a:buClr>
                  <a:srgbClr val="5B8CC1"/>
                </a:buClr>
                <a:buFont typeface="Wingdings" panose="05000000000000000000" charset="0"/>
                <a:buChar char="u"/>
                <a:defRPr/>
              </a:pPr>
              <a:r>
                <a:rPr lang="zh-CN" altLang="en-US" sz="2135" b="1" kern="0" dirty="0" smtClean="0">
                  <a:solidFill>
                    <a:prstClr val="white"/>
                  </a:solidFill>
                  <a:latin typeface="微软雅黑" panose="020B0503020204020204" pitchFamily="34" charset="-122"/>
                  <a:ea typeface="微软雅黑" panose="020B0503020204020204" pitchFamily="34" charset="-122"/>
                </a:rPr>
                <a:t>Unlimited number of commercial demonstrations for your personal/company, business.</a:t>
              </a:r>
              <a:endParaRPr lang="zh-CN" altLang="en-US" sz="2135" b="1" kern="0" dirty="0" smtClean="0">
                <a:solidFill>
                  <a:prstClr val="white"/>
                </a:solidFill>
                <a:latin typeface="微软雅黑" panose="020B0503020204020204" pitchFamily="34" charset="-122"/>
                <a:ea typeface="微软雅黑" panose="020B0503020204020204" pitchFamily="34" charset="-122"/>
              </a:endParaRPr>
            </a:p>
            <a:p>
              <a:pPr marL="342900" indent="-342900" defTabSz="914400" eaLnBrk="1" fontAlgn="auto" hangingPunct="1">
                <a:spcBef>
                  <a:spcPct val="20000"/>
                </a:spcBef>
                <a:spcAft>
                  <a:spcPts val="0"/>
                </a:spcAft>
                <a:buClr>
                  <a:srgbClr val="5B8CC1"/>
                </a:buClr>
                <a:buFont typeface="Wingdings" panose="05000000000000000000" charset="0"/>
                <a:buChar char="u"/>
                <a:defRPr/>
              </a:pPr>
              <a:r>
                <a:rPr lang="zh-CN" altLang="en-US" sz="2135" b="1" kern="0" dirty="0" smtClean="0">
                  <a:solidFill>
                    <a:prstClr val="white"/>
                  </a:solidFill>
                  <a:latin typeface="微软雅黑" panose="020B0503020204020204" pitchFamily="34" charset="-122"/>
                  <a:ea typeface="微软雅黑" panose="020B0503020204020204" pitchFamily="34" charset="-122"/>
                </a:rPr>
                <a:t>Copy the contents of the template for use in other slide </a:t>
              </a:r>
              <a:r>
                <a:rPr lang="zh-CN" altLang="en-US" sz="2665" b="1" kern="0" dirty="0" smtClean="0">
                  <a:solidFill>
                    <a:prstClr val="white"/>
                  </a:solidFill>
                  <a:latin typeface="微软雅黑" panose="020B0503020204020204" pitchFamily="34" charset="-122"/>
                  <a:ea typeface="微软雅黑" panose="020B0503020204020204" pitchFamily="34" charset="-122"/>
                </a:rPr>
                <a:t>masters.</a:t>
              </a:r>
              <a:endParaRPr lang="zh-CN" altLang="en-US" sz="2665" b="1" kern="0" dirty="0" smtClean="0">
                <a:solidFill>
                  <a:prstClr val="white"/>
                </a:solidFill>
                <a:latin typeface="微软雅黑" panose="020B0503020204020204" pitchFamily="34" charset="-122"/>
                <a:ea typeface="微软雅黑" panose="020B0503020204020204" pitchFamily="34" charset="-122"/>
              </a:endParaRPr>
            </a:p>
          </p:txBody>
        </p:sp>
        <p:sp>
          <p:nvSpPr>
            <p:cNvPr id="16" name="Rectangle 4"/>
            <p:cNvSpPr>
              <a:spLocks noChangeArrowheads="1"/>
            </p:cNvSpPr>
            <p:nvPr/>
          </p:nvSpPr>
          <p:spPr bwMode="auto">
            <a:xfrm>
              <a:off x="396" y="5570"/>
              <a:ext cx="13806" cy="1827"/>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eaLnBrk="1" fontAlgn="auto" hangingPunct="1">
                <a:spcBef>
                  <a:spcPct val="20000"/>
                </a:spcBef>
                <a:spcAft>
                  <a:spcPts val="0"/>
                </a:spcAft>
                <a:buClr>
                  <a:srgbClr val="5B8CC1"/>
                </a:buClr>
                <a:buFont typeface="Wingdings" panose="05000000000000000000" pitchFamily="2" charset="2"/>
                <a:buNone/>
                <a:defRPr/>
              </a:pPr>
              <a:r>
                <a:rPr lang="zh-CN" altLang="en-US" sz="2665" b="1" kern="0" dirty="0" smtClean="0">
                  <a:solidFill>
                    <a:prstClr val="white"/>
                  </a:solidFill>
                  <a:latin typeface="微软雅黑" panose="020B0503020204020204" pitchFamily="34" charset="-122"/>
                  <a:ea typeface="微软雅黑" panose="020B0503020204020204" pitchFamily="34" charset="-122"/>
                </a:rPr>
                <a:t>Can not be used in the following situations</a:t>
              </a:r>
              <a:endParaRPr lang="zh-CN" altLang="en-US" sz="2665" b="1" kern="0" dirty="0" smtClean="0">
                <a:solidFill>
                  <a:prstClr val="white"/>
                </a:solidFill>
                <a:latin typeface="微软雅黑" panose="020B0503020204020204" pitchFamily="34" charset="-122"/>
                <a:ea typeface="微软雅黑" panose="020B0503020204020204" pitchFamily="34" charset="-122"/>
              </a:endParaRPr>
            </a:p>
            <a:p>
              <a:pPr marL="285750" indent="-285750" defTabSz="914400" eaLnBrk="1" fontAlgn="auto" hangingPunct="1">
                <a:spcBef>
                  <a:spcPct val="20000"/>
                </a:spcBef>
                <a:spcAft>
                  <a:spcPts val="0"/>
                </a:spcAft>
                <a:buClr>
                  <a:srgbClr val="5B8CC1"/>
                </a:buClr>
                <a:buFont typeface="Wingdings" panose="05000000000000000000" charset="0"/>
                <a:buChar char="u"/>
                <a:defRPr/>
              </a:pPr>
              <a:r>
                <a:rPr lang="zh-CN" altLang="en-US" sz="2135" b="1" kern="0" dirty="0" smtClean="0">
                  <a:solidFill>
                    <a:prstClr val="white"/>
                  </a:solidFill>
                  <a:latin typeface="微软雅黑" panose="020B0503020204020204" pitchFamily="34" charset="-122"/>
                  <a:ea typeface="微软雅黑" panose="020B0503020204020204" pitchFamily="34" charset="-122"/>
                </a:rPr>
                <a:t>Used for any form of online payment download.</a:t>
              </a:r>
              <a:endParaRPr lang="zh-CN" altLang="en-US" sz="2135" b="1" kern="0" dirty="0" smtClean="0">
                <a:solidFill>
                  <a:prstClr val="white"/>
                </a:solidFill>
                <a:latin typeface="微软雅黑" panose="020B0503020204020204" pitchFamily="34" charset="-122"/>
                <a:ea typeface="微软雅黑" panose="020B0503020204020204" pitchFamily="34" charset="-122"/>
              </a:endParaRPr>
            </a:p>
            <a:p>
              <a:pPr marL="285750" indent="-285750" defTabSz="914400" eaLnBrk="1" fontAlgn="auto" hangingPunct="1">
                <a:spcBef>
                  <a:spcPct val="20000"/>
                </a:spcBef>
                <a:spcAft>
                  <a:spcPts val="0"/>
                </a:spcAft>
                <a:buClr>
                  <a:srgbClr val="5B8CC1"/>
                </a:buClr>
                <a:buFont typeface="Wingdings" panose="05000000000000000000" charset="0"/>
                <a:buChar char="u"/>
                <a:defRPr/>
              </a:pPr>
              <a:r>
                <a:rPr lang="zh-CN" altLang="en-US" sz="2135" b="1" kern="0" dirty="0" smtClean="0">
                  <a:solidFill>
                    <a:prstClr val="white"/>
                  </a:solidFill>
                  <a:latin typeface="微软雅黑" panose="020B0503020204020204" pitchFamily="34" charset="-122"/>
                  <a:ea typeface="微软雅黑" panose="020B0503020204020204" pitchFamily="34" charset="-122"/>
                </a:rPr>
                <a:t>After collecting the free resources we released, we will burn the discs for sale.</a:t>
              </a:r>
              <a:endParaRPr lang="zh-CN" altLang="en-US" sz="2135" b="1" kern="0" dirty="0" smtClean="0">
                <a:solidFill>
                  <a:prstClr val="white"/>
                </a:solidFill>
                <a:latin typeface="微软雅黑" panose="020B0503020204020204" pitchFamily="34" charset="-122"/>
                <a:ea typeface="微软雅黑" panose="020B0503020204020204" pitchFamily="34" charset="-122"/>
              </a:endParaRPr>
            </a:p>
          </p:txBody>
        </p:sp>
        <p:pic>
          <p:nvPicPr>
            <p:cNvPr id="17" name="Picture 10" descr="png-06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8" y="3094"/>
              <a:ext cx="62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 descr="png-06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2" y="5692"/>
              <a:ext cx="62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par>
    </p:tnLst>
  </p:timing>
</p:sld>
</file>

<file path=ppt/theme/theme1.xml><?xml version="1.0" encoding="utf-8"?>
<a:theme xmlns:a="http://schemas.openxmlformats.org/drawingml/2006/main" name="www.freeppt7.com-Best PPT templates for free downloa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5489</Words>
  <Application>WPS 演示</Application>
  <PresentationFormat>自定义</PresentationFormat>
  <Paragraphs>128</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宋体</vt:lpstr>
      <vt:lpstr>Wingdings</vt:lpstr>
      <vt:lpstr>微软雅黑</vt:lpstr>
      <vt:lpstr>造字工房悦黑体验版纤细体</vt:lpstr>
      <vt:lpstr>Calibri</vt:lpstr>
      <vt:lpstr>Arial</vt:lpstr>
      <vt:lpstr>等线</vt:lpstr>
      <vt:lpstr>Arial Unicode MS</vt:lpstr>
      <vt:lpstr>等线 Light</vt:lpstr>
      <vt:lpstr>黑体</vt:lpstr>
      <vt:lpstr>Wingdings</vt:lpstr>
      <vt:lpstr>www.freeppt7.com-Best PPT templates for free download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粉色极简</dc:title>
  <dc:creator>第一PPT</dc:creator>
  <cp:keywords>www.1ppt.com</cp:keywords>
  <cp:lastModifiedBy>kwl6163com</cp:lastModifiedBy>
  <cp:revision>46</cp:revision>
  <dcterms:created xsi:type="dcterms:W3CDTF">2016-06-25T18:08:00Z</dcterms:created>
  <dcterms:modified xsi:type="dcterms:W3CDTF">2018-05-14T14:32:09Z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